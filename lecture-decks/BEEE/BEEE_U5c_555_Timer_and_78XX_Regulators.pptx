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555 timer IC in astable mode; 78XX series IC voltage regulators. It belongs to Unit 5: Op-Amp and Linear IC Applications.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CO5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capacitor charged through a resistor rises exponentially with time constant RC. Comparators switch their output when one input crosses the other. A voltage divider produces a fraction of the supply. The 555 timer combines these three ideas inside a single eight-pin package, and with two resistors and a capacitor it becomes an oscillator.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555 timer is one of the most widely used ICs ever made. It produces timing pulses for flashers, alarms and clocks. The 78XX series is equally popular as the last stage of a DC power supply and gives a fixed voltage such as 5 volts for digital circuits. Both are examples of linear ICs designed to be used with a handful of external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555 three equal resistors form a voltage divider that defines two thresholds at two thirds and one third of the supply. Two comparators check the external capacitor voltage against these thresholds and set or reset a flip-flop. The flip-flop controls the output pin and a transistor that discharges the timing capacitor.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the eight pins: one is ground, eight is the supply. Two is the trigger input and six the threshold input, which are the two comparator inputs. Pin three is the output and pin seven discharges the capacitor. Pin four resets the timer when pulled low, so we normally tie it to the supply. Pin five sets the threshold voltage and is bypassed with a small capacitor.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capacitor voltage is below one third of the supply the trigger comparator sets the flip-flop, the output goes high, and the discharge transistor turns off so the capacitor charges. When the voltage reaches two thirds of the supply the threshold comparator resets the flip-flop, the output goes low and the capacitor is discharged. In astable mode these two events alternate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astable circuit the timing capacitor is charged through both resistors RA and RB from the supply. The discharge pin, connected between RA and RB, grounds that point through the internal transistor when the output is low, so the capacitor then discharges through RB alone. Because pins two and six are joined, the capacitor voltage triggers both comparators, and the circuit oscillates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capacitor voltage rises and falls between one third and two thirds of VCC. The time to charge from one third to two thirds is the time constant times natural log of two, which is 0.693 times the time constant. The charging time constant includes RA and RB, the discharge time constant only RB. So the output is high for longer than it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constants from the previous slide we get the high time as 0.693 times RA plus RB times C and the low time as 0.693 times RB times C. The period is their sum and the frequency is 1.44 divided by RA plus two RB times C. The duty cycle is the high time over the period, and since RA is positive it is always greater than fifty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78XX is a family of fixed-voltage regulators with only three pins: input, ground and output. The last two digits are the output voltage, so the 7805 gives 5 volts and the 7812 gives 12 volts. The input must be at least 2 volts above the output, otherwise regulation is lost. Small capacitors at the input and output improve stability, and the matching 79XX series gives negative voltages.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DC supply is the chain we have built over the last lectures: transformer, rectifier, filter, and regulator. The regulator keeps the output constant even when the mains voltage or the load changes. A linear regulator throws away the voltage difference as heat, so for large drops a heat sink is needed and the efficiency is the ratio of output to input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Substitute the component values into the timing equations. Be careful with units: kilo-ohm times microfarad gives milliseconds. The two times add up to a period of 1.455 milliseconds, which is a frequency of 687 hertz. Because RA is much smaller than RB, the duty cycle is close to fifty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duty-cycle equation to find the ratio of RB to RA, which is two. Substitute it into the frequency formula and solve for RA, then for RB. Finally choose the nearest standard resistor values and recompute the frequency and duty cycle to check that they are close to the specification. Real components have tolerances, so small differences are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check that the input voltage is high enough, at least two volts above the output. The load current follows from Ohm's law. The regulator dissipates the voltage drop times the load current, which is 0.35 watts here, so a small heat sink may be needed. The efficiency of a linear regulator is simply the ratio of output to input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555 timer and regulators.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555 timer and regulators are within reach. Next lecture: course revision.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555 timer and regulators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555 timer and regulators.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555 Timer and 78XX Regulators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5: Op-Amp and Linear IC Applications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555 timer IC in astable mode; 78XX series IC voltage regulators</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Describe the internal blocks and pins of the 555.</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astable operation with RA, RB and 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frequency and duty cycle.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78XX regulators in a power supply.</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CO5</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the working principles of op-amp and signal-processing circuits.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charges as v = V(1 − e^(−t/RC)).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Time constant τ = RC.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Comparator output ±Vsat.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Voltage divider: Vout = Vin·R2/(R1 + R2).</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Capacitor charging between two levels takes t = RC·ln[(Vf − V1)/(Vf − V2)]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Timers, Flashers and Regulators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Flashing lights, buzzers, clock pulses.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Pulse generation for digital circuits.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Every power supply needs a regulator.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Both are cheap, popular ICs.</a:t>
            </a:r>
            <a:endParaRPr lang="en-US" sz="1400" dirty="0"/>
          </a:p>
        </p:txBody>
      </p:sp>
      <p:pic>
        <p:nvPicPr>
          <p:cNvPr id="4" name="Diagram" descr="Motivation: Timers, Flashers and Regulator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555: pulse generator;   78XX: steady DC supply</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555 Timer: Internal Structure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Voltage divider of three 5 kΩ resistors.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Comparator 1 (threshold) compares with 2/3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Comparator 2 (trigger) compares with 1/3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SR flip-flop stores the state.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stage and discharge transistor.</a:t>
            </a:r>
            <a:endParaRPr lang="en-US" sz="1400" dirty="0"/>
          </a:p>
        </p:txBody>
      </p:sp>
      <p:pic>
        <p:nvPicPr>
          <p:cNvPr id="4" name="Diagram" descr="555 Timer: Internal Structur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Thresholds: upper = 2/3 VCC, lower = 1/3 VCC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555 Pin Configuration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 1: ground; pin 8: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 2: trigger (set at 1/3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 6: threshold (reset at 2/3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 3: output; pin 4: reset (tie to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 7: discharge; pin 5: control voltage (0.01 µF to ground).</a:t>
            </a:r>
            <a:endParaRPr lang="en-US" sz="1400" dirty="0"/>
          </a:p>
        </p:txBody>
      </p:sp>
      <p:pic>
        <p:nvPicPr>
          <p:cNvPr id="4" name="Diagram" descr="555 Pin Configur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Supply 4.5–16 V;  output current up to 200 mA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Operation: Set and Reset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Vc &lt; 1/3 VCC: trigger comparator sets the flip-flop.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HIGH; discharge transistor OFF; C charges.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Vc &gt; 2/3 VCC: threshold comparator resets it.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LOW; discharge transistor ON; C discharges.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Cycle repeats in astable mode.</a:t>
            </a:r>
            <a:endParaRPr lang="en-US" sz="1400" dirty="0"/>
          </a:p>
        </p:txBody>
      </p:sp>
      <p:pic>
        <p:nvPicPr>
          <p:cNvPr id="4" name="Diagram" descr="Operation: Set and Rese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Set at 1/3 VCC;  reset at 2/3 VCC;  Vc swings between the two</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Astable Multivibrator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External RA, RB and C set the timing.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Pins 2 and 6 tied together to the capacitor.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Pin 7 connects between RA and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 stable state: output toggles continuously.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Also called a free-running oscillator.</a:t>
            </a:r>
            <a:endParaRPr lang="en-US" sz="1400" dirty="0"/>
          </a:p>
        </p:txBody>
      </p:sp>
      <p:pic>
        <p:nvPicPr>
          <p:cNvPr id="4" name="Diagram" descr="Astable Multivibrator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Charging path: VCC → RA → RB → C;   discharge path: C → RB → pin 7</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Astable Waveforms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 charges from 1/3 to 2/3 VCC through RA +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HIGH during charging.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 discharges from 2/3 to 1/3 VCC through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LOW during discharging.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Rectangular wave; duty cycle above 50 %.</a:t>
            </a:r>
            <a:endParaRPr lang="en-US" sz="1400" dirty="0"/>
          </a:p>
        </p:txBody>
      </p:sp>
      <p:pic>
        <p:nvPicPr>
          <p:cNvPr id="4" name="Diagram" descr="Astable Waveform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Charging τ = (RA + RB)C;   discharging τ = RB·C;   interval = τ·ln 2 = 0.693τ</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Timing Equations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High time depends on RA +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Low time depends only on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Frequency from the total period.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Duty cycle always above 50 %.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RA ≪ RB for a near-50 % duty cycle.</a:t>
            </a:r>
            <a:endParaRPr lang="en-US" sz="1400" dirty="0"/>
          </a:p>
        </p:txBody>
      </p:sp>
      <p:pic>
        <p:nvPicPr>
          <p:cNvPr id="4" name="Diagram" descr="Timing Equ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tH = 0.693(RA + RB)C;  tL = 0.693RB·C;  f = 1.44/[(RA + 2RB)C];  D = (RA + RB)/(RA + 2RB)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78XX Series Voltage Regulators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Three-terminal fixed positive regulators.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Last two digits give the output: 7805 = 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must exceed output by about 2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Up to 1 A output with a heat sink.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Built-in current limit and thermal shutdown.</a:t>
            </a:r>
            <a:endParaRPr lang="en-US" sz="1400" dirty="0"/>
          </a:p>
        </p:txBody>
      </p:sp>
      <p:pic>
        <p:nvPicPr>
          <p:cNvPr id="4" name="Diagram" descr="78XX Series Voltage Regulator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fixed (5, 6, 8, 9, 12, 15, 18, 24 V);   Vin(min) ≈ Vo + 2 V;   79XX: negative series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Regulator in a DC Power Supply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Transformer lowers the mains voltage.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Bridge rectifier gives pulsating DC.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 filter smooths it.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78XX regulator gives fixed, ripple-free output.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Regulator dissipates (Vin − Vo)·IL as heat.</a:t>
            </a:r>
            <a:endParaRPr lang="en-US" sz="1400" dirty="0"/>
          </a:p>
        </p:txBody>
      </p:sp>
      <p:pic>
        <p:nvPicPr>
          <p:cNvPr id="4" name="Diagram" descr="Regulator in a DC Power Suppl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Preg = (Vin − Vo)·IL;   efficiency = Vo/Vin (linear regulator)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Astable Frequency</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555 astable has RA = 1 kΩ, RB = 10 kΩ, C = 0.1 µF. Find tH, tL, T, f and duty cycle.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tH = 0.693 × (1k + 10k) × 0.1 µF = 0.762 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tL = 0.693 × 10k × 0.1 µF = 0.693 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T = 1.455 ms;  f = 1/T = 687 Hz.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D = tH/T = 0.762/1.455 = 52.4 %.</a:t>
            </a:r>
            <a:endParaRPr lang="en-US" sz="1400" dirty="0"/>
          </a:p>
        </p:txBody>
      </p:sp>
      <p:pic>
        <p:nvPicPr>
          <p:cNvPr id="4" name="Diagram" descr="Solved Example 1: Astable Frequency">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tH = 0.762 ms, tL = 0.693 ms, f = 687 Hz, duty = 52.4 %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Design for 1 kHz</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Design an astable 555 for f = 1 kHz, duty cycle 60 %, C = 0.01 µF.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D = (RA + RB)/(RA + 2RB) = 0.6 → RB = 2RA.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f = 1.44/(RA + 2RB)C = 1.44/(5RA·C).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RA = 1.44/(5 × 1000 × 10⁻⁸) = 28.8 kΩ;  RB = 57.6 kΩ.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Standard values RA = 27 kΩ, RB = 56 kΩ: f = 1.44/(139k × 0.01 µF) = 1036 Hz; D = 59.7 %.</a:t>
            </a:r>
            <a:endParaRPr lang="en-US" sz="1400" dirty="0"/>
          </a:p>
        </p:txBody>
      </p:sp>
      <p:pic>
        <p:nvPicPr>
          <p:cNvPr id="4" name="Diagram" descr="Solved Example 2: Design for 1 kHz">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RA ≈ 28.8 kΩ, RB ≈ 57.6 kΩ (use 27 kΩ and 56 kΩ)</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3: 7805 Regulator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7805 is supplied from 12 V DC and feeds a 100 Ω load. Find IL, power dissipated in the regulator and efficiency. Is the input voltage adequate?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Vin(min) ≈ 5 + 2 = 7 V &lt; 12 V: adequate.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IL = Vo/RL = 5/100 = 50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Preg = (Vin − Vo)·IL = 7 × 0.05 = 0.35 W.</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η = Po/Pin = 5/12 = 41.7 %.</a:t>
            </a:r>
            <a:endParaRPr lang="en-US" sz="1400" dirty="0"/>
          </a:p>
        </p:txBody>
      </p:sp>
      <p:pic>
        <p:nvPicPr>
          <p:cNvPr id="4" name="Diagram" descr="Solved Example 3: 7805 Regulato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IL = 50 mA, Preg = 0.35 W, η ≈ 41.7 %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tL with RA included.</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kΩ, µF and ms units.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to connect pin 4 to VCC.</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Expecting 50 % duty with RA = RB.</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Input too low for the 78XX (dropout).</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Joined pins 2 and 6 for astable operation.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tH uses RA + RB; tL uses RB only.</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Vin ≥ Vo + 2 V for 78XX.</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Add input and output capacitors.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555: thresholds 2/3 VCC and 1/3 VCC; flip-flop and discharge transistor.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Astable: C charges via RA + RB and discharges via 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 = 1.44/[(RA + 2RB)C];  D = (RA + RB)/(RA + 2RB).</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78XX: fixed output, three terminals, Vin ≥ Vo + 2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Linear regulator efficiency = Vo/Vin.</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T = 0.693(RA + 2RB)C;   Preg = (Vin − Vo)·IL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555 comparator thresholds are:</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1/2 and 1/4 VCC  (b) 2/3 and 1/3 VCC  (c) VCC and 0  (d) 3/4 and 1/4 VCC</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In astable mode, C discharges through:</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RA  (b) RA + RB  (c) RB  (d) none</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RA = RB = 10 kΩ, C = 0.1 µF: f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480 Hz  (b) 1.44 kHz  (c) 48 Hz  (d) 4.8 kHz</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7812 output voltage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7 V  (b) 12 V  (c) 78 V  (d) 1.2 V</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Duty cycle of the standard astable circuit is always: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below 50 %  (b) exactly 50 %  (c) above 50 %  (d) 100 %</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David A. Bell, Operational Amplifier and Linear ICs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3rd Ed., Oxford University Press, 2011 (reference, Unit 5)</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course revision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5: 555 Timer (Astable) and 78XX Voltage Regulators</dc:title>
  <dc:subject>PptxGenJS Presentation</dc:subject>
  <dc:creator>Prof. Mitesh Astik</dc:creator>
  <cp:lastModifiedBy>Prof. Mitesh Astik</cp:lastModifiedBy>
  <cp:revision>1</cp:revision>
  <dcterms:created xsi:type="dcterms:W3CDTF">2026-10-28T16:42:41Z</dcterms:created>
  <dcterms:modified xsi:type="dcterms:W3CDTF">2026-10-28T16:42:41Z</dcterms:modified>
</cp:coreProperties>
</file>