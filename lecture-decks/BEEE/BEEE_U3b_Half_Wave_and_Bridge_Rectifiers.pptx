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Half-wave rectifier, full-wave bridge rectifier. It belongs to Unit 3: Diodes, Transistors and their Applications.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CO3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diode passes current only when the anode is positive with respect to the cathode. We use the practical model with a 0.7 volt drop. From Unit 1 we know the average and RMS values of waveforms, which we will apply to the rectified output. Keep the RMS and average values of a sine wave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mobile charger or radio adapter converts AC to DC. The transformer first lowers the voltage, the rectifier converts AC to pulsating DC, the filter smooths it, and a regulator, such as the Zener or a 78xx IC, fixes the voltage. Today we study the rectifier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positive half-cycle the diode is forward biased and the load voltage follows the input. In the negative half-cycle the diode is reverse biased and no current flows. So only the positive half-cycles appear across the load. The output is unidirectional, but it is far from steady DC because it is zero for half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value of the half-wave output is Vm over pi and the RMS value is Vm over two. The ripple factor is the ratio of the AC to the DC content, which is 1.21: the ripple is bigger than the DC itself. The efficiency is at most 40.6 per cent. The diode must be rated to withstand the peak inverse voltage, which is the full peak of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bridge circuit each half-cycle uses a different pair of diodes, but in both the current flows through the load in the same direction. The top terminal of the bridge is always positive. In practice two diodes are in series with the load, so the peak output is Vm minus 1.4 volts. A bridge needs only a simple transformer without a centre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both half-cycles reach the load, the average value doubles compared with the half-wave. The ripple factor falls to 0.48 and the efficiency doubles to 81 per cent. The ripple frequency is twice the supply frequency, which makes filtering easier. Each diode only needs to block Vm when it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on the table. The bridge needs four diodes but gives a higher average voltage, a smaller ripple and twice the efficiency. The half-wave circuit is cheap and used only for very small loads such as indicator lamps. In both cases the diode must withstand a reverse voltage equal to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capacitor connected across the load charges to the peak of the rectified voltage and then supplies the load while the rectified voltage falls. The output only drops by the ripple voltage before the next peak recharges it. Bigger capacitance or a larger load resistance gives less ripple. The trade-off is a larger peak current in the diodes.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the RMS secondary voltage to peak. Subtract the diode drop to get the load peak voltage. The average voltage is the load peak over pi and the current follows from Ohm's law. The RMS value of a half-wave is half of the peak. The diode must withstand the full secondary peak when reverse biased, so choose a diode with a PIV rating above 26 volts.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diodes conduct at a time, so subtract two diode drops, 1.4 volts, from the peak. The average output is twice the peak over pi. A smoothing capacitor raises the DC voltage towards the peak and reduces the ripple factor to about 1.4 per cent for this load. Check that the diode ratings exceed the PIV and the peak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rectifiers.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rectifiers are within reach. Next lecture: BJT and its use as a switch.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rectifiers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rectifiers.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Half-Wave and Bridge Rectifiers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3: Diodes, Transistors and their Applications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Half-wave rectifier, full-wave bridge rectifier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Draw and explain the half-wave and bridge rectifiers.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Vdc, Idc, Vrms, ripple factor, efficiency, PIV.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Compare the two rectifiers.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effect of a capacitor filter.</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CO3</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Analyse diode characteristics to understand operation in specific applications.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diode conducts when forward biased.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Practical drop Vγ ≈ 0.7 V (Si).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Sine wave: average over a half cycle 0.637 Vm.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RMS value of a sine: Vm/√2.</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Average of a half-wave: Vm/π;   RMS of a half-wave: Vm/2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AC Mains to DC Supply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Electronics need steady DC.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Mains is 50 Hz AC.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Chargers and adapters contain rectifiers.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Rectifier is the key step.</a:t>
            </a:r>
            <a:endParaRPr lang="en-US" sz="1400" dirty="0"/>
          </a:p>
        </p:txBody>
      </p:sp>
      <p:pic>
        <p:nvPicPr>
          <p:cNvPr id="4" name="Diagram" descr="Motivation: AC Mains to DC Suppl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AC → transformer → rectifier → filter → regulator → DC load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Half-Wave Rectifier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One diode in series with the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Positive half-cycle: diode conducts.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Negative half-cycle: diode blocks.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a series of positive half-sine pulses.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has a DC component plus ripple.</a:t>
            </a:r>
            <a:endParaRPr lang="en-US" sz="1400" dirty="0"/>
          </a:p>
        </p:txBody>
      </p:sp>
      <p:pic>
        <p:nvPicPr>
          <p:cNvPr id="4" name="Diagram" descr="Half-Wave Rect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Vm sin ωt for 0 ≤ ωt ≤ π;   vo = 0 for π ≤ ωt ≤ 2π</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Half-Wave Rectifier: Performance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Average value: Vdc = Vm/π.</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RMS value: Vrms = Vm/2.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Ripple factor 1.21: very poor.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Efficiency only 40.6 %.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Diode must withstand Vm in reverse (PIV).</a:t>
            </a:r>
            <a:endParaRPr lang="en-US" sz="1400" dirty="0"/>
          </a:p>
        </p:txBody>
      </p:sp>
      <p:pic>
        <p:nvPicPr>
          <p:cNvPr id="4" name="Diagram" descr="Half-Wave Rectifier: Performanc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Vdc = Vm/π;  Idc = Im/π;  Vrms = Vm/2;  r = √[(Vrms/Vdc)² − 1] = 1.21;  PIV = Vm</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η = 0.406 (maximum)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Full-Wave Bridge Rectifier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Four diodes in a bridge.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Positive half-cycle: D1 and D4 conduct.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Negative half-cycle: D2 and D3 conduct.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through the load has the same direction.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centre-tapped transformer needed.</a:t>
            </a:r>
            <a:endParaRPr lang="en-US" sz="1400" dirty="0"/>
          </a:p>
        </p:txBody>
      </p:sp>
      <p:pic>
        <p:nvPicPr>
          <p:cNvPr id="4" name="Diagram" descr="Full-Wave Bridge Rect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|Vm sin ωt| (minus two diode drops in practice)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Bridge Rectifier: Performance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Both half-cycles are used.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Vdc doubles: 2Vm/π.</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Ripple frequency doubles to 2f.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Efficiency 81.2 %.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PIV per diode is Vm.</a:t>
            </a:r>
            <a:endParaRPr lang="en-US" sz="1400" dirty="0"/>
          </a:p>
        </p:txBody>
      </p:sp>
      <p:pic>
        <p:nvPicPr>
          <p:cNvPr id="4" name="Diagram" descr="Bridge Rectifier: Performanc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Vdc = 2Vm/π = 0.636Vm;  Vrms = Vm/√2;  r = 0.482;  η = 81.2 %;  PIV = Vm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Half-Wave vs Bridge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higher Vdc, lower ripple.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twice the efficiency.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Half-wave: only one diode, simplest.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diodes: lower PIV than centre-tap.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Ripple frequency: f against 2f.</a:t>
            </a:r>
            <a:endParaRPr lang="en-US" sz="1400" dirty="0"/>
          </a:p>
        </p:txBody>
      </p:sp>
      <p:pic>
        <p:nvPicPr>
          <p:cNvPr id="4" name="Diagram" descr="Half-Wave vs Bridg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Prefer the bridge for power supplies; half-wave for very small loads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Capacitor Filter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charges to the peak.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It discharges slowly through the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becomes nearly steady.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Larger C or RL: smaller ripple.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Diodes conduct in short pulses.</a:t>
            </a:r>
            <a:endParaRPr lang="en-US" sz="1400" dirty="0"/>
          </a:p>
        </p:txBody>
      </p:sp>
      <p:pic>
        <p:nvPicPr>
          <p:cNvPr id="4" name="Diagram" descr="Capacitor Filt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Vdc ≈ Vm − Vr/2;   r = 1/(4√3·f·RL·C) (full-wave);   r = 1/(2√3·f·RL·C) (half-wave)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Half-Wave</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half-wave rectifier has a transformer secondary of 18 V RMS, RL = 100 Ω, Si diode. Find Vm, Vdc, Idc, Vrms and PIV.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Vm = 18√2 = 25.46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Load peak = 25.46 − 0.7 = 24.76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Vdc = 24.76/π = 7.88 V;  Idc = 78.8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Vrms = 24.76/2 = 12.38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PIV = Vm = 25.46 V.</a:t>
            </a:r>
            <a:endParaRPr lang="en-US" sz="1400" dirty="0"/>
          </a:p>
        </p:txBody>
      </p:sp>
      <p:pic>
        <p:nvPicPr>
          <p:cNvPr id="4" name="Diagram" descr="Solved Example 1: Half-Wave">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Vdc = 7.88 V, Idc = 78.8 mA, Vrms = 12.4 V, PIV = 25.5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Bridge Rectifier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bridge rectifier is fed from 24 V RMS and has RL = 200 Ω, Si diodes. Find Vdc, Idc, PIV and the ripple factor with a 1000 µF capacitor.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Vm = 24√2 = 33.94 V;  load peak = 33.94 − 1.4 = 32.54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Vdc = 2 × 32.54/π = 20.72 V (without 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Idc = 20.72/200 = 103.6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PIV = Vm ≈ 33.9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r = 1/(4√3·50·200·0.001) = 0.0144 (1.4 %).</a:t>
            </a:r>
            <a:endParaRPr lang="en-US" sz="1400" dirty="0"/>
          </a:p>
        </p:txBody>
      </p:sp>
      <p:pic>
        <p:nvPicPr>
          <p:cNvPr id="4" name="Diagram" descr="Solved Example 2: Bridge Rectifie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Vdc = 20.7 V, Idc = 104 mA, PIV = 33.9 V; r = 1.4 % with 1000 µF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Vm/π for a bridge output.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Ignoring diode drops in low-voltage circuits.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RMS instead of peak in PIV.</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that the bridge conducts two diodes in series.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Taking ripple frequency as f for a bridge.</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Convert RMS to peak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Subtract 0.7 V (or 1.4 V for a bridge).</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PIV = Vm for the bridge and half-wave.</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State Vdc formulas clearly.</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Half-wave: one diode, Vdc = Vm/π, ripple 1.21, η = 40.6 %.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four diodes, Vdc = 2Vm/π, ripple 0.48, η = 81.2 %.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PIV = Vm for both.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ripple frequency = 2f.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filter lowers ripple.</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Vdc(HW) = Vm/π;   Vdc(FW) = 2Vm/π;   η = Pdc/Pac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Vdc of a half-wave rectifier with Vm = 10 V:</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3.18 V  (b) 6.37 V  (c) 5 V  (d) 7.07 V</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Ripple factor of a full-wave rectifier:</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1.21  (b) 0.48  (c) 0.1  (d) 2</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Diodes conducting in a bridge at a time:</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  (b) 2  (c) 3  (d) 4</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Ripple frequency of a bridge on 50 Hz:</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25 Hz  (b) 50 Hz  (c) 100 Hz  (d) 150 Hz</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Maximum efficiency of a half-wave rectifier:</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81.2 %  (b) 40.6 %  (c) 100 %  (d) 20 %</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Unit 4: BJT construction, operation and use as a switch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3: Half-Wave and Full-Wave Bridge Rectifiers</dc:title>
  <dc:subject>PptxGenJS Presentation</dc:subject>
  <dc:creator>Prof. Mitesh Astik</dc:creator>
  <cp:lastModifiedBy>Prof. Mitesh Astik</cp:lastModifiedBy>
  <cp:revision>1</cp:revision>
  <dcterms:created xsi:type="dcterms:W3CDTF">2026-10-28T16:42:34Z</dcterms:created>
  <dcterms:modified xsi:type="dcterms:W3CDTF">2026-10-28T16:42:34Z</dcterms:modified>
</cp:coreProperties>
</file>