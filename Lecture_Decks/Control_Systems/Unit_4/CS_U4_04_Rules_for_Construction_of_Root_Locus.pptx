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4 · Rules for Construction of the Root Locus" id="{3ef1b182-5102-f0a4-578b-e72bcbdaf64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"Rules for Construction of the Root Locus", part of Unit 4 (Stability of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Apply the rules for plotting a root locus. Find asymptotes, centroid, breakaway points and angle of departure. Find the jω-axis crossing using Routh. Sketch the root locus for a third-order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the rules in order to build the sketch.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six to eight give the points that fix the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large K the branches follow the asymptotes.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the Routh result: the marginal gain is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classic example showing complex break away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gains above six, the closed loop poles enter the right half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Branches start at poles, end at zeros/infinity; symmetric about the real axis. Asymptotes: angles (2q+1)180°/(P−Z), centroid = (Σp − Σz)/(P−Z). Breakaway: dK/ds = 0;  jω crossing: Routh. Angle of departure from a complex pole: 180° − Σφp + Σφz.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Sketch the root locus of K/[s(s+3)(s+6)] and find the marginal K. Find asymptote angles and centroid for K(s+1)/[s(s+2)(s+4)]. Find the breakaway point of K/[s(s+4)]. State the rule for real-axis segments.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4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4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Construction of the Root Locus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Stability of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Apply the rules for plotting a root locus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Find asymptotes, centroid, breakaway points and angle of departure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Find the jω-axis crossing using Routh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Sketch the root locus for a third-order system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Stability of systems: characteristic equation, location of roots, absolute and relative stability, Routh–Hurwitz criterion (necessary and sufficient conditions), root locus concept, rules for construction of root locus.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Rules (1–5)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Statement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 Symmetry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Locus is symmetric about the real axis.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 Start/end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Branches start at open-loop poles (K = 0) and end at zeros (K = ∞), or at infinity.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 Number of branches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Equals max(P, Z), P = poles, Z = zeros.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 Real axis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point is on the locus if the number of poles + zeros to its right is odd.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 Asymptotes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 = P − Z asymptotes; angles (2q + 1)180°/(P − Z); centroid σA = (Σpoles − Σzeros)/(P − Z).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Rules (6–8)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Statement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 Breakaway / break-in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Solve dK/ds = 0 with K = −1/G1H1(s); valid roots lie on the locus.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 jω-axis crossing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 Routh's array (K and ω at the marginal row) or put s = jω in 1 + GH = 0.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 Angle of departure / arrival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φd = 180° − Σ(angles from other poles) + Σ(angles from zeros) at a complex pole.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 Gain at a point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 = Π|distances to poles| / Π|distances to zeros|.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Asymptotes: K/[s(s+1)(s+2)]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rl_asym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28" y="1188720"/>
            <a:ext cx="4612783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 = 3, Z = 0: three asymptotes.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Angles: 60°, 180°, 300°.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Centroid σA = (0 − 1 − 2)/3 = −1.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Real-axis locus: 0 to −1 and −2 to −∞.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Completed root locus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rl2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97" y="1188720"/>
            <a:ext cx="4564646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Breakaway: K = −s(s+1)(s+2); dK/ds = 0 ⇒ 3s² + 6s + 2 = 0 ⇒ s = −0.423 (on locus), −1.577 (not).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jω crossing: Routh gives K = 6, ω = √2.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 &gt; 6: two roots in the RHP: unstable.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Gain at breakaway: K = 0.385.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Fourth-order example: K/[s(s+4)(s²+4s+20)]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rl3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64" y="1188720"/>
            <a:ext cx="4658311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Poles: 0, −4, −2 ± j4.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Asymptotes: 45°, 135°, 225°, 315°; σA = −2.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Breakaway: −2 and −2 ± j2.45.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Angle of departure at −2 + j4: 180° − (116.6° + 63.4° + 90°) = −90°.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jω crossing: K = 260, ω = 3.16.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the jω crossing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Characteristic equation s³ + 3s² + 2s + K = 0. Find K and ω at the imaginary-axis crossing.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Routh: s¹ element (6 − K)/3 = 0 ⇒ K = 6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Auxiliary equation from the s² row: 3s² + K = 0 ⇒ 3s² + 6 = 0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 = ± j√2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K = 6, ω = 1.414 rad/s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Branches start at poles, end at zeros/infinity; symmetric about the real axis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Asymptotes: angles (2q+1)180°/(P−Z), centroid = (Σp − Σz)/(P−Z)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Breakaway: dK/ds = 0;  jω crossing: Routh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Angle of departure from a complex pole: 180° − Σφp + Σφz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Sketch the root locus of K/[s(s+3)(s+6)] and find the marginal K.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asymptote angles and centroid for K(s+1)/[s(s+2)(s+4)].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breakaway point of K/[s(s+4)].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State the rule for real-axis segments.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for Construction of the Root Locus</dc:title>
  <dc:subject>PptxGenJS Presentation</dc:subject>
  <dc:creator>Dr. Mitesh Astik</dc:creator>
  <cp:lastModifiedBy>Dr. Mitesh Astik</cp:lastModifiedBy>
  <cp:revision>1</cp:revision>
  <dcterms:created xsi:type="dcterms:W3CDTF">2026-10-29T10:05:24Z</dcterms:created>
  <dcterms:modified xsi:type="dcterms:W3CDTF">2026-10-29T10:05:24Z</dcterms:modified>
</cp:coreProperties>
</file>