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4 · Routh–Hurwitz Stability Criterion" id="{ed7c8140-ae20-5d47-68f6-fde25b3b7f8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"Routh–Hurwitz Stability Criterion", part of Unit 4 (Stability of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Construct the Routh array. State the necessary and sufficient condition. Handle a zero in the first column and a row of zeros. Find the range of K for stability and the marginal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until the row for s to the power zero is reached. Rows get shorter as you go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elements in the first column are 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of sign changes in the first column gives the number of roots in the right half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matches the gain margin of nine point five four dB found for K equals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alternative is to substitute s equals one over z and apply the test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roots of the auxiliary polynomial are roots of the original polynomial.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Routh array: no sign change in the first column ⇒ stable. Number of sign changes = number of RHP roots. Zero in first column: use ε; row of zeros: use the auxiliary polynomial. Range of K from the s¹ and s⁰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Apply Routh's test to s⁴ + 8s³ + 18s² + 16s + 5. Find K for stability: s³ + 5s² + 6s + K = 0. Apply Routh to s⁵ + s⁴ + 3s³ + 3s² + 2s + 2 and explain the zero row. What does the auxiliary equation represent?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4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4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Routh–Hurwitz Stability Criterion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Stability of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Construct the Routh array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State the necessary and sufficient condition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Handle a zero in the first column and a row of zeros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Find the range of K for stability and the marginal frequency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Stability of systems: characteristic equation, location of roots, absolute and relative stability, Routh–Hurwitz criterion (necessary and sufficient conditions), root locus concept, rules for construction of root locus.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Constructing the Routh array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Write polynomial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a0sⁿ + a1sⁿ⁻¹ + a2sⁿ⁻² + … (a0 &gt; 0).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First two rows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Row sⁿ: a0, a2, a4 …;  row sⁿ⁻¹: a1, a3, a5 …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Next rows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b1 = (a1a2 − a0a3)/a1, b2 = (a1a4 − a0a5)/a1, …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Continue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element = (pivot × element above-right − element above × pivot-right)/pivot.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Condition: all roots in the LHP ⇔ no sign change in the first column; sign changes = number of RHP roots.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 1: stable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s³ + 6s² + 11s + 6 = 0. Is the system stable?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s³:  1   11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s²:  6   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s¹:  (6×11 − 1×6)/6 = 10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s⁰:  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First column 1, 6, 10, 6: no sign change</a:t>
            </a:r>
            <a:endParaRPr lang="en-US" sz="18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Stable (roots −1, −2, −3)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 2: unstable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s⁴ + 2s³ + 3s² + 4s + 5 = 0. How many roots are in the RHP?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s⁴:  1   3   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s³:  2   4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s²:  (2×3 − 1×4)/2 = 1,  (2×5 − 0)/2 = 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s¹:  (1×4 − 2×5)/1 = −6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s⁰:  5.   First column 1, 2, 1, −6, 5: two sign changes</a:t>
            </a:r>
            <a:endParaRPr lang="en-US" sz="18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Unstable: 2 roots in the RHP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 3: range of 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Unity feedback, G = K/[s(s + 1)(s + 2)]. Find the range of K for stability and the oscillation frequency at the limit.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Characteristic: s³ + 3s² + 2s + K = 0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s³: 1  2;   s²: 3  K;   s¹: (6 − K)/3;   s⁰: K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Stable: (6 − K)/3 &gt; 0 and K &gt; 0 ⇒ 0 &lt; K &lt; 6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 = 6: auxiliary 3s² + 6 = 0 ⇒ s = ± j√2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0 &lt; K &lt; 6;  marginal oscillation at ω = 1.414 rad/s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Special case 1: zero in the first column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zero appears in the first column with other non-zero elements in the row.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Remedy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Replace 0 by a small ε &gt; 0, continue, then let ε → 0 and count sign changes.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s⁴ + s³ + 2s² + 2s + 3: s²-row first element ε; s¹ element → −3/ε (negative): two sign changes ⇒ 2 RHP roots.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Special case 2: a row of zeros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An entire row is zero: the polynomial has roots symmetric about the origin.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Remedy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Form the auxiliary polynomial A(s) from the row above; replace the zero row by dA/ds coefficients.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s³ + 2s² + s + 2: s¹ row zero; A(s) = 2s² + 2 ⇒ roots ± j1; no sign change ⇒ marginally stable.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Routh array: no sign change in the first column ⇒ stable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Number of sign changes = number of RHP roots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Zero in first column: use ε; row of zeros: use the auxiliary polynomial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Range of K from the s¹ and s⁰ entries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Apply Routh's test to s⁴ + 8s³ + 18s² + 16s + 5.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K for stability: s³ + 5s² + 6s + K = 0.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Apply Routh to s⁵ + s⁴ + 3s³ + 3s² + 2s + 2 and explain the zero row.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does the auxiliary equation represent?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Routh–Hurwitz Stability Criterion</dc:title>
  <dc:subject>PptxGenJS Presentation</dc:subject>
  <dc:creator>Dr. Mitesh Astik</dc:creator>
  <cp:lastModifiedBy>Dr. Mitesh Astik</cp:lastModifiedBy>
  <cp:revision>1</cp:revision>
  <dcterms:created xsi:type="dcterms:W3CDTF">2026-10-29T10:05:24Z</dcterms:created>
  <dcterms:modified xsi:type="dcterms:W3CDTF">2026-10-29T10:05:24Z</dcterms:modified>
</cp:coreProperties>
</file>