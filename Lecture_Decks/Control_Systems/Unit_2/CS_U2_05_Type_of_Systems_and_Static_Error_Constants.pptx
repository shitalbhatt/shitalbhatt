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2 · Type of Systems and Static Error Constants" id="{d45eb493-2d24-57d7-b98c-8b5c220567d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"Type of Systems and Static Error Constants", part of Unit 2 (Time Domain Analysis of Control Systems)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Define the type of a system. Define position, velocity and acceleration error constants. Compute steady-state error for step, ramp and parabolic inputs. Relate type to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type is the number of integrations in the open loop transfer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constants measure the ability of the system to track step, ramp and parabolic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Increasing the type reduces the error, but makes the system harder to stabilise.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type 1 system tracks a step exactly but lags a ramp.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to take the limit after cancelling the s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higher type or larger gain improves accuracy, but there is a limit set by 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Type = number of poles at the origin of G(s)H(s). Kp = lim G;  Kv = lim sG;  Ka = lim s²G. ess = 1/(1 + Kp), 1/Kv, 1/Ka for step, ramp, parabola. Higher type ⇒ lower error but harder 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Define Kp, Kv and Ka. G = 50/[s(s+5)(s+10)]: find Kv and ramp error. A type 0 system has Kp = 9: find the step error. Tabulate steady-state error versus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2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2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of Systems and Static Error Constants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Time Domain Analysis of Control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the type of a system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position, velocity and acceleration error constants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Compute steady-state error for step, ramp and parabolic inputs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Relate type to error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Time domain analysis of control systems: standard test signals, time response of zero, first and second order systems, time domain specifications, type of systems, static error constants and steady-state error, generalized error series.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Type of a system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G(s)H(s) = K Π(1 + Tz s) / [ s^N Π(1 + Tp s) ]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open-loop transfer function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= N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number of poles at s = 0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Error: e(t) = r(t) − c(t)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unity feedback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Type 0: no pole at the origin; type 1: one (an integrator); type 2: two.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Type, not order, determines steady-state accuracy.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Static error constants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Constant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Definition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Input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Position Kp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lim s→0 G(s)H(s)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Velocity Kv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lim s→0 s G(s)H(s)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Ramp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Acceleration Ka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lim s→0 s² G(s)H(s)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Parabola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Steady-state error: unity feedback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2194560"/>
                <a:gridCol w="2468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Step (1)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Ramp (t)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Parabola (t²/2)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1/(1 + Kp)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1/Kv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1/Ka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ess = lim s→0 s R(s)/(1 + G(s)): valid only for a stable closed-loop system.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 1: type 1 system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Unity feedback with G(s) = 10/[s(s + 2)]. Find type, Kp, Kv, Ka and ess for unit step, unit ramp.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Type 1 (one pole at origin)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Kp = ∞;  Kv = lim s·G = 10/2 = 5;  Ka = 0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ess (step) = 0;  ess (ramp) = 1/Kv = 0.2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Type 1;  Kv = 5;  ess = 0 (step), 0.2 (unit ramp)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 2: type 0 and type 2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(a) G = 20/[(s+1)(s+4)]; (b) G = 10(s+1)/[s²(s+4)], unity feedback. Find the error for a unit step (a) and a unit parabola (b).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(a) Type 0: Kp = 20/4 = 5 ⇒ ess = 1/(1 + 5) = 0.167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(b) Type 2: Ka = lim s²G = 10(1)/4 = 2.5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ess (parabola) = 1/Ka = 0.4;  ess (ramp) = 0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(a) 0.167;   (b) 0.4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Remarks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Unity feedback assumed; for H ≠ 1 use e = r − b or the actuating error carefully.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 enters the constants: a larger gain gives a smaller error.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Stability limits how large K can be: accuracy versus stability trade-off.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Compensators (Unit 5) improve accuracy without destroying stability.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Type = number of poles at the origin of G(s)H(s)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Kp = lim G;  Kv = lim sG;  Ka = lim s²G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ess = 1/(1 + Kp), 1/Kv, 1/Ka for step, ramp, parabola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Higher type ⇒ lower error but harder stability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Define Kp, Kv and Ka.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 = 50/[s(s+5)(s+10)]: find Kv and ramp error.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type 0 system has Kp = 9: find the step error.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Tabulate steady-state error versus type.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 of Systems and Static Error Constants</dc:title>
  <dc:subject>PptxGenJS Presentation</dc:subject>
  <dc:creator>Dr. Mitesh Astik</dc:creator>
  <cp:lastModifiedBy>Dr. Mitesh Astik</cp:lastModifiedBy>
  <cp:revision>1</cp:revision>
  <dcterms:created xsi:type="dcterms:W3CDTF">2026-10-29T10:05:23Z</dcterms:created>
  <dcterms:modified xsi:type="dcterms:W3CDTF">2026-10-29T10:05:23Z</dcterms:modified>
</cp:coreProperties>
</file>