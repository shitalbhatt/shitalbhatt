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2 · Steady-State Error and Generalized Error Series" id="{b78e6ec6-7276-2329-0d54-2f442767519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"Steady-State Error and Generalized Error Series", part of Unit 2 (Time Domain Analysis of Control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Use the final value theorem to find steady-state error. Explain the limitations of the static error constants. Derive the generalized error coefficients. Evaluate the error series for polynomial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the final value theorem to the error transform.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error series extends the static error constant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coefficients are computed by long division of the error transfer function in ascending powers of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error grows because the type 1 system cannot follow an accelerating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Check: Kv equals G times s as s goes to zero, one hundred over 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Steady-state accuracy is improved by increasing the loop gain or adding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ess = lim s→0 sR(s)/(1 + GH) for a stable system. Static constants cover only step/ramp/parabola. Error series: e_ss = C0 r + C1 ṙ + (C2/2!) r̈ + …. Higher gain or integration improves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Use the final value theorem for G = 20/[s(s+4)], unit ramp. Find C0, C1, C2 for G = 5/[s(s + 1)]. Why must the closed loop be stable before applying the final value theorem? Write the generalized error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2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2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Steady-State Error and Generalized Error Series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Time Domain Analysis of Control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 the final value theorem to find steady-state error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the limitations of the static error constants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the generalized error coefficients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Evaluate the error series for polynomial inputs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Time domain analysis of control systems: standard test signals, time response of zero, first and second order systems, time domain specifications, type of systems, static error constants and steady-state error, generalized error series.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Steady-state error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E(s) = R(s) / [1 + G(s)H(s)]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error signal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 = lim s→0 s E(s)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final value theorem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Valid only if sE(s) has no poles on the jω axis or in the RHP (stable closed loop).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Depends on both the system type and the input.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Static error constants cover only step, ramp and parabola.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Limitations of static constants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They give only the final value of the error: a constant, zero or infinity.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They cannot tell how the error varies with time when it is infinite.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They cannot handle other inputs such as r(t) = 1 + t + t²/2 or sinusoids in a simple way.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generalized error series expresses the steady-state error as a function of time.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Generalized error coefficients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Error transfer function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313432"/>
            <a:ext cx="173507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E(s)/R(s) = 1/(1 + G(s)H(s)) = We(s).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Expand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We(s) = C0 + C1 s + (C2/2!) s² + (C3/3!) s³ + …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Coefficients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 = d^i We(s)/ds^i at s = 0.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Error series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e_ss(t) = C0 r(t) + C1 ṙ(t) + (C2/2!) r̈(t) + …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C0, C1, C2 are the dynamic error coefficients: C0 = 1/(1 + Kp), C1 = 1/Kv, C2 = 1/Ka for the usual cases.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error series for a type 1 system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 = 10/[s(s + 2)], unity feedback. Find C0, C1, C2 and the steady-state error for r(t) = 1 + t + t²/2.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We = s(s + 2)/(s² + 2s + 10) = 0.2 s + 0.06 s² + …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C0 = 0;  C1 = 0.2 (= 1/Kv);  C2/2! = 0.06 ⇒ C2 = 0.12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 = 1 + t + t²/2;  ṙ = 1 + t;  r̈ = 1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e_ss(t) = 0 + 0.2(1 + t) + 0.06 × 1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e_ss(t) = 0.26 + 0.2 t (grows linearly: parabolic input unfollowed)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final value theorem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Unity-feedback system with G = 100/[s(s + 10)]. Find the error for a unit ramp using the final value theorem.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E(s) = R/(1 + G) = (1/s²) · s(s + 10)/(s² + 10s + 100) = (s + 10)/[s (s² + 10s + 100)]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 E(s) = (s + 10)/(s² + 10s + 100)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ess = lim s→0 sE(s) = 10/100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ess = 0.1  (= 1/Kv, Kv = 10)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Effect of disturbances and design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Disturbance error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load disturbance D(s) adds an error; integral action before the disturbance entry point removes a constant disturbance error.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Increase gain 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Reduces the error but may reduce the damping.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Add integrator (type + 1)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Eliminates a constant error: PI controller, lag compensator (Unit 5).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ess = lim s→0 sR(s)/(1 + GH) for a stable system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Static constants cover only step/ramp/parabola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Error series: e_ss = C0 r + C1 ṙ + (C2/2!) r̈ + …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Higher gain or integration improves accuracy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Use the final value theorem for G = 20/[s(s+4)], unit ramp.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C0, C1, C2 for G = 5/[s(s + 1)].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must the closed loop be stable before applying the final value theorem?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the generalized error series.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Steady-State Error and Generalized Error Series</dc:title>
  <dc:subject>PptxGenJS Presentation</dc:subject>
  <dc:creator>Dr. Mitesh Astik</dc:creator>
  <cp:lastModifiedBy>Dr. Mitesh Astik</cp:lastModifiedBy>
  <cp:revision>1</cp:revision>
  <dcterms:created xsi:type="dcterms:W3CDTF">2026-10-29T10:05:23Z</dcterms:created>
  <dcterms:modified xsi:type="dcterms:W3CDTF">2026-10-29T10:05:23Z</dcterms:modified>
</cp:coreProperties>
</file>