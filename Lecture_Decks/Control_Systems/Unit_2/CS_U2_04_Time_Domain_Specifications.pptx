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2 · Time Domain Specifications" id="{b6e633cc-4098-cade-5ebb-e07e5621dc0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"Time Domain Specifications", part of Unit 2 (Time Domain Analysis of Control Systems)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Define delay, rise, peak, settling times and peak overshoot. Derive the formulas for an underdamped second-order system. Compute specifications from ωn and ζ. Choose ωn and ζ to meet given specifications.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specifications describe the speed and the quality of the transient.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Peak time follows by setting the derivative of the response to zero; overshoot by evaluating the response at 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designer chooses pole locations to meet overshoot and settling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Substitute carefully; keep the calculator in radians for the phase 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poles must lie to the left of minus two and inside the cone defined by zeta.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meets the design in the previous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tr = (π − φ)/ωd, tp = π/ωd. Mp = exp(−πζ/√(1 − ζ²)); depends only on ζ. ts = 4/(ζωn) (2 %) or 3/(ζωn) (5 %). Design: choose ζ for overshoot, ωn for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Derive the expressions for tp and Mp. ωn = 10, ζ = 0.5: find tr, tp, Mp, ts. Find ζ for Mp = 20 %. Explain the effect of ωn on ts for fixed 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Unit 2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2  ·  8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Domain Specifications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Time Domain Analysis of Control Systems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Define delay, rise, peak, settling times and peak overshoot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Derive the formulas for an underdamped second-order system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Compute specifications from ωn and ζ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Choose ωn and ζ to meet given specifications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Time domain analysis of control systems: standard test signals, time response of zero, first and second order systems, time domain specifications, type of systems, static error constants and steady-state error, generalized error series.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Transient specifications on the step response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pic>
        <p:nvPicPr>
          <p:cNvPr id="6" name="Image 0" descr="spec2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6489" y="1143000"/>
            <a:ext cx="4531022" cy="2148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td: delay time (50 % of final value).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tr: rise time (0 → 100 % for underdamped).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tp: peak time.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Mp: maximum (peak) overshoot.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ts: settling time (±2 % or ±5 % band).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Formulas (underdamped, 0 &lt; ζ &lt; 1)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37160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371600"/>
            <a:ext cx="40233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 = (π − φ)/ωd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3042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φ = cos⁻¹ζ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4663440" y="137160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63440" y="1371600"/>
            <a:ext cx="40233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= π/ωd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3042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ωd = ωn√(1−ζ²)</a:t>
            </a:r>
            <a:endParaRPr lang="en-US" sz="1300" dirty="0"/>
          </a:p>
        </p:txBody>
      </p:sp>
      <p:sp>
        <p:nvSpPr>
          <p:cNvPr id="12" name="Formula"/>
          <p:cNvSpPr/>
          <p:nvPr/>
        </p:nvSpPr>
        <p:spPr>
          <a:xfrm>
            <a:off x="457200" y="278892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7200" y="2788920"/>
            <a:ext cx="40233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 = e^(−πζ/√(1−ζ²)) × 100 %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7216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overshoot</a:t>
            </a:r>
            <a:endParaRPr lang="en-US" sz="1300" dirty="0"/>
          </a:p>
        </p:txBody>
      </p:sp>
      <p:sp>
        <p:nvSpPr>
          <p:cNvPr id="15" name="Formula"/>
          <p:cNvSpPr/>
          <p:nvPr/>
        </p:nvSpPr>
        <p:spPr>
          <a:xfrm>
            <a:off x="4663440" y="278892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663440" y="2788920"/>
            <a:ext cx="40233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 = 4/(ζωn)  (2 %)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37216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= 3/(ζωn) for 5 %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Observations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Mp depends only on ζ: smaller ζ → larger overshoot.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tr, tp, ts shrink as ωn increases for a given ζ.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ts depends on the real part ζωn of the poles: move poles left → faster settling.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Typical design range: ζ = 0.4–0.8 (Mp ≈ 25–1.5 %).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Percent overshoot table: ζ = 0.2 → 52.7 %;  0.4 → 25.4 %;  0.6 → 9.5 %;  0.8 → 1.5 %.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 1: compute specifications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system has C/R = 25/(s² + 6s + 25). Find tr, tp, Mp and ts (2 %) for a unit step.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ωn = 5, ζ = 0.6;  ωd = 5√(1 − 0.36) = 4 rad/s;  φ = cos⁻¹0.6 = 0.927 rad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tr = (π − 0.927)/4 = 0.554 s;  tp = π/4 = 0.785 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Mp = exp(−π × 0.6/0.8) = e^(−2.356) = 9.48 %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ts = 4/(ζωn) = 4/3 = 1.33 s</a:t>
            </a:r>
            <a:endParaRPr lang="en-US" sz="20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tr = 0.554 s, tp = 0.785 s, Mp = 9.48 %, ts = 1.33 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 2: design to specifications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Require Mp ≤ 10 % and ts ≤ 2 s (2 % band). Find the minimum ζ and ωn.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Mp ≤ 10 %: ζ ≥ ln(10)/√(π² + ln²(10)) = 2.303/3.895 = 0.591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ts = 4/(ζωn) ≤ 2 ⇒ ζωn ≥ 2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ωn ≥ 2/0.591 = 3.38 rad/s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Poles: −2 ± j2.73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ζ ≥ 0.59,  ωn ≥ 3.38 rad/s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 3: servo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Unity-feedback servo G = K/[s(s+4)] with K = 11.1. Find ωn, ζ, Mp, ts.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s² + 4s + 11.1 = 0 ⇒ ωn = 3.33, ζ = 4/(2 × 3.33) = 0.6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Mp = 9.5 %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ts = 4/(0.6 × 3.33) = 2.0 s;  ωd = 2.67;  tr = (π − 0.927)/2.67 = 0.83 s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ζ = 0.6, Mp = 9.5 %, ts = 2 s, tr = 0.83 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tr = (π − φ)/ωd, tp = π/ωd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Mp = exp(−πζ/√(1 − ζ²)); depends only on ζ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ts = 4/(ζωn) (2 %) or 3/(ζωn) (5 %)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Design: choose ζ for overshoot, ωn for speed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Derive the expressions for tp and Mp.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ωn = 10, ζ = 0.5: find tr, tp, Mp, ts.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Find ζ for Mp = 20 %.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Explain the effect of ωn on ts for fixed ζ.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Domain Specifications</dc:title>
  <dc:subject>PptxGenJS Presentation</dc:subject>
  <dc:creator>Dr. Mitesh Astik</dc:creator>
  <cp:lastModifiedBy>Dr. Mitesh Astik</cp:lastModifiedBy>
  <cp:revision>1</cp:revision>
  <dcterms:created xsi:type="dcterms:W3CDTF">2026-10-29T10:05:23Z</dcterms:created>
  <dcterms:modified xsi:type="dcterms:W3CDTF">2026-10-29T10:05:23Z</dcterms:modified>
</cp:coreProperties>
</file>