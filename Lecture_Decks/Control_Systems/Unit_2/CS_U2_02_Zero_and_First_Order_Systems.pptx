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Time Response of Zero and First Order Systems" id="{614c571a-96f1-8e82-b25f-82ca7db4f77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"Time Response of Zero and First Order Systems", part of Unit 2 (Time Domain Analysis of Control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Describe a zero-order system. Derive the step, ramp and impulse response of a first-order system. Use the time constant to find rise time and settling time. Solve numericals on first-order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zero order system has no energy storing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inverse Laplace transforms using partial fractions.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 constant is the time to reach sixty three point two percent of the final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smaller the time constant the faster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first order system follows a ramp with a constant error equal to its time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DC gain K scales the final value, not the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Increasing the loop gain makes the system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Zero order: c = K r (instantaneous). First order: G = 1/(1 + sT); step response 1 − e^(−t/T). tr = 2.2T, td = 0.69T, ts = 4T (2 %). Ramp: steady-state error =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the unit step response of a first-order system. T = 0.2 s: find tr, ts and the response at t = 0.4 s. G(s) = 5/s with unity feedback: find T and ts. Why is there no overshoot in a first-order system?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Response of Zero and First Order Systems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Time Domain Analysis of Control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a zero-order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step, ramp and impulse response of a first-order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 the time constant to find rise time and settling time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Solve numericals on first-order systems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Time domain analysis of control systems: standard test signals, time response of zero, first and second order systems, time domain specifications, type of systems, static error constants and steady-state error, generalized error series.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Zero-order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Transfer function G(s) = K (a pure gain).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follows the input instantly: c(t) = K r(t).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a potentiometer (output voltage ∝ wiper position), ideal amplifier.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dynamics: no transient, no poles.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First-order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G(s) = C/R = 1/(1 + sT)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38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standard form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Step: c(t) = 1 − e^(−t/T)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9385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 = 1/s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457200" y="24231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423160"/>
            <a:ext cx="40233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Impulse: c(t) = (1/T) e^(−t/T)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172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 = 1</a:t>
            </a:r>
            <a:endParaRPr lang="en-US" sz="1300" dirty="0"/>
          </a:p>
        </p:txBody>
      </p:sp>
      <p:sp>
        <p:nvSpPr>
          <p:cNvPr id="15" name="Formula"/>
          <p:cNvSpPr/>
          <p:nvPr/>
        </p:nvSpPr>
        <p:spPr>
          <a:xfrm>
            <a:off x="4663440" y="24231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63440" y="2423160"/>
            <a:ext cx="40233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Ramp: c(t) = t − T + T e^(−t/T)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172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 = 1/s²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 = time constant (s); single pole at s = −1/T.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Examples: RC circuit (T = RC), thermometer, tank level.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Unit step response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step1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8295"/>
            <a:ext cx="5120640" cy="30012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At t = T: 63.2 % of final value.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2T: 86.5 %;  3T: 95 %;  4T: 98.2 %.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Initial slope = 1/T: would reach final value in T if it continued.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overshoot: no oscillation.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First-order step response specifications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Specification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Time constant 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 to reach 63.2 %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Delay time td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 to reach 50 %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0.693 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Rise time tr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10 % to 90 %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2.2 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Settling time ts (2 %)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Stay within ±2 %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Settling time ts (5 %)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Stay within ±5 %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Ramp response and steady-state error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ramp1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056"/>
            <a:ext cx="5120640" cy="31577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c(t) = t − T + T e^(−t/T).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Output follows the ramp with a constant lag.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Steady-state error ess = T for a unit ramp.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Error = r − c = T(1 − e^(−t/T)) → 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time constant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system has G(s) = 2/(0.5s + 1). Find DC gain, time constant, rise time, 2 % settling time and final value for a unit step.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Standard form K/(1 + sT): K = 2, T = 0.5 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 = 2.2T = 1.1 s;  ts(2 %) = 4T = 2 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Final value = K × 1 = 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c(t) = 2 (1 − e^(−2t))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K = 2, T = 0.5 s, tr = 1.1 s, ts = 2 s, c(∞) =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closed-loop first order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unity-feedback system has G(s) = 10/s. Find the closed-loop time constant and settling time.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C/R = G/(1 + G) = (10/s)/(1 + 10/s) = 10/(s + 10) = 1/(0.1 s + 1)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 = 0.1 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ts(2 %) = 4T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T = 0.1 s,  ts = 0.4 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Zero order: c = K r (instantaneous)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First order: G = 1/(1 + sT); step response 1 − e^(−t/T)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 = 2.2T, td = 0.69T, ts = 4T (2 %)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Ramp: steady-state error = 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the unit step response of a first-order system.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 = 0.2 s: find tr, ts and the response at t = 0.4 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G(s) = 5/s with unity feedback: find T and 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there no overshoot in a first-order system?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Response of Zero and First Order Systems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