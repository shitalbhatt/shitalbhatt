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1 · Block Diagram Algebra and Reduction Techniques" id="{ec0cf6f7-0417-c5ca-b842-88f066aba83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"Block Diagram Algebra and Reduction Techniques", part of Unit 1 (Introduction and Mathematical Modelling of Physical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Identify block, summing point and take-off point. Apply series, parallel and feedback reduction rules. Shift summing and take-off points. Reduce a multi-loop block diagram to a single transfer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block diagram gives a pictorial representation of the functional relationships among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of the first block is the input of the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 are added or subtracted at the summing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used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 of moving points is to expose simple series, parallel or feedback combinations.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from the inside out. Always check signs at the summing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H1 feeds back from the output to the second summing point, and H2 feeds back from the output of G2 to the first summing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by symbolic reduction: the denominator contains one term per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Series: G1G2;  parallel: G1 ± G2;  feedback: G/(1 ± GH). Move take-off points and summing points to expose simple forms. Reduce inner loops first. Check signs at every summing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Reduce a unity-feedback system with G = 10/(s(s+2)) to a single block. State the rules for shifting a take-off point across a block. G1 = 1/(s+1), G2 = 1/(s+2), H = 1: find C/R. Why can't a summing point and a take-off point be interchanged directly?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1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1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 Algebra and Reduction Techniques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Introduction and Mathematical Modelling of Physical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Identify block, summing point and take-off point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Apply series, parallel and feedback reduction rules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Shift summing and take-off points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Reduce a multi-loop block diagram to a single transfer function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Introduction and mathematical modelling of physical systems: open loop and closed loop systems, examples, control system components. Transfer function of physical systems: mechanical systems (translational and rotational), electrical systems, analogous systems, block diagram reduction techniques, signal flow graphs.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Elements of a block diagram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Block: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rectangle containing the transfer function; output = G × input.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Summing point: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circle with ± signs; algebraic sum of signals.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Take-off point: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dot: the same signal is branched off without loading.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Arrows: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direction of signal flow.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Why reduce?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get one overall transfer function C(s)/R(s).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Rule 1: blocks in series (cascade)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bd_series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192294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3101"/>
            <a:ext cx="4023360" cy="1460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C/R = G1 · G2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Valid when blocks do not load each other.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203101"/>
            <a:ext cx="4023360" cy="1460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Any number of blocks: multiply all.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Rule 2: blocks in parallel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bd_parallel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7858" y="1143000"/>
            <a:ext cx="5188284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C/R = G1 ± G2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Signs follow the summing point.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Same input to both blocks.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Rule 3: feedback loop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bd_fb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3205" y="1143000"/>
            <a:ext cx="5277591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C/R = G / (1 ± GH)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Negative feedback: 1 + GH; positive: 1 − GH.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Unity feedback: H = 1 → G/(1 + G).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GH = open-loop transfer function.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Moving summing and take-off points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20624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Move take-off point beyond a block 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a block G in the branch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Move take-off point before a block 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a block 1/G in the branch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Move summing point beyond a block 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G in the branch being moved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Move summing point before a block 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1/G in the branch being moved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Interchange adjacent summing points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Allowed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Interchange summing and take-off points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allowed (shift across a block)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Reduction 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Combine series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Multiply cascade blocks.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130552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240280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24028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1783080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Combine parallel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313432"/>
            <a:ext cx="13167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Add/subtract blocks with common input and output.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3803904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3913632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1363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13632" y="1783080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Eliminate inner loops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913632" y="2313432"/>
            <a:ext cx="13167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Apply G/(1 ± GH) to the innermost feedback.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5477256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5586984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86984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86984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Shift points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586984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when needed to untangle.</a:t>
            </a:r>
            <a:endParaRPr lang="en-US" sz="1500" dirty="0"/>
          </a:p>
        </p:txBody>
      </p:sp>
      <p:sp>
        <p:nvSpPr>
          <p:cNvPr id="26" name="Flow step"/>
          <p:cNvSpPr/>
          <p:nvPr/>
        </p:nvSpPr>
        <p:spPr>
          <a:xfrm>
            <a:off x="7150608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7" name="Step number"/>
          <p:cNvSpPr/>
          <p:nvPr/>
        </p:nvSpPr>
        <p:spPr>
          <a:xfrm>
            <a:off x="7260336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60336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260336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Repeat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260336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Until a single block remains.</a:t>
            </a:r>
            <a:endParaRPr lang="en-US" sz="1500" dirty="0"/>
          </a:p>
        </p:txBody>
      </p:sp>
      <p:sp>
        <p:nvSpPr>
          <p:cNvPr id="31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Rule of thumb: reduce inner loops first and keep the same input/output.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Example: multi-loop diagram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bd_exampl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656" y="1143000"/>
            <a:ext cx="5802688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Inner loop: G2 G3 with feedback H1.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Then outer loop: G1 with feedback H2 taken after G2.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Reduce step by step.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Reducing the example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G1 = 10, G2 = 2, G3 = 5, H1 = 0.1, H2 = 0.2. Find C/R.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Inner loop (G2G3 with H1): G2G3/(1 + G2G3H1) = 10/(1 + 1) = 5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Path u1 → G2 output: G2/(1 + G2G3H1) = 2/2 = 1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Overall: C/R = G1G2G3 / (1 + G2G3H1 + G1G2H2)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= 100 / (1 + 1 + 4)</a:t>
            </a:r>
            <a:endParaRPr lang="en-US" sz="20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C/R = 100/6 = 16.67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Series: G1G2;  parallel: G1 ± G2;  feedback: G/(1 ± GH)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Move take-off points and summing points to expose simple forms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Reduce inner loops first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Check signs at every summing point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Reduce a unity-feedback system with G = 10/(s(s+2)) to a single block.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State the rules for shifting a take-off point across a block.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G1 = 1/(s+1), G2 = 1/(s+2), H = 1: find C/R.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can't a summing point and a take-off point be interchanged directly?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Diagram Algebra and Reduction Techniques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