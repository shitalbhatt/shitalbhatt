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Electrical Systems and Analogous Systems" id="{f686b14e-b3a2-4ef4-69ef-1b6b7bf1384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"Electrical Systems and Analogous Systems", part of Unit 1 (Introduction and Mathematical Modelling of Physical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Derive transfer functions of RLC networks. Write the force–voltage and force–current analogies. Convert a mechanical system into an analogous electrical circuit. Use the analogy to transfer design 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passive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taken across the capacitor gives a second order low pass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mathematics, different physics.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 V analogy, the mechanical node equation becomes the series loop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force current analogy is also called the mass capacitance analogy; the circuit is a parallel RLC.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analogous circuits have the same natural frequency and damping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RLC: Vc/V = 1/(LCs² + RCs + 1), ωn = 1/√(LC). F–V analogy: M↔L, B↔R, K↔1/C, f↔e. F–I analogy: M↔C, B↔1/R, K↔1/L, f↔i. Analogies let us study mechanical systems with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Vc/V for a series RLC network. Draw the F–V analogue of a mass-spring-damper system. M = 5, B = 10, K = 20: find F–I analogue parameters. State the table of analogous quantities.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Systems and Analogous Systems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Introduction and Mathematical Modelling of Physical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transfer functions of RLC networks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force–voltage and force–current analogies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Convert a mechanical system into an analogous electrical circuit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the analogy to transfer design insight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mathematical modelling of physical systems: open loop and closed loop systems, examples, control system components. Transfer function of physical systems: mechanical systems (translational and rotational), electrical systems, analogous systems, block diagram reduction techniques, signal flow graphs.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Electrical elements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v–i relation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Laplace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Resistor 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 = R 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 I(s)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Inductor 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 = L di/dt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 s I(s)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Capacitor 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 = (1/C)∫i dt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I(s)/(C 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Kirchhoff's laws (KVL, KCL) give the differential equations of a network.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Series RLC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rlc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3197"/>
            <a:ext cx="5120640" cy="297144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KVL: v = R i + L di/dt + (1/C)∫i dt.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across C: vc = (1/C)∫i dt.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Laplace: V(s) = (R + Ls + 1/Cs) I(s).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Vc(s)/V(s) = 1/(LC s² + RC s + 1).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RLC parameters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Vc/V = 1/(LC s² + RC s + 1)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transfer function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ωn = 1/√(LC)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natural frequency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 = (R/2)√(C/L)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damping ratio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with the mechanical system: M ↔ L, B ↔ R, K ↔ 1/C.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Force–voltage analogy (F–V)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56032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Mechanical (translation)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Electrical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Equation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Force 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Voltage 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↔ 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Mass 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Inductance 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 ↔ 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Damper 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Resistance 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↔ 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Spring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Reciprocal capacitance 1/C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 ↔ 1/C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Displacement x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Charge q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↔ q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Velocity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 ↔ 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Force–current analogy (F–I)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56032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Mechanical (translation)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Electrical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Equation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Force 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↔ 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Mass 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Capacitance 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 ↔ 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Damper 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Conductance 1/R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↔ 1/R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Spring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Reciprocal inductance 1/L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 ↔ 1/L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Displacement x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Flux linkage ψ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↔ ψ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Velocity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Node voltage 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 ↔ 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analogous circuits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system has M = 2 kg, B = 4 N·s/m, K = 8 N/m. Find the F–V and F–I analogous circuit values.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F–V (series RLC): L = M = 2 H;  R = B = 4 Ω;  C = 1/K = 0.125 F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F–I (parallel RLC): C = M = 2 F;  1/R = B → R = 0.25 Ω;  1/L = K → L = 0.125 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Both give ωn = √(K/M) = 2 rad/s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F–V: L = 2 H, R = 4 Ω, C = 0.125 F.   F–I: C = 2 F, R = 0.25 Ω, L = 0.125 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RLC: Vc/V = 1/(LCs² + RCs + 1), ωn = 1/√(LC)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F–V analogy: M↔L, B↔R, K↔1/C, f↔e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F–I analogy: M↔C, B↔1/R, K↔1/L, f↔i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Analogies let us study mechanical systems with circuits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Vc/V for a series RLC network.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F–V analogue of a mass-spring-damper system.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 = 5, B = 10, K = 20: find F–I analogue parameters.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table of analogous quantities.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Electrical Systems and Analogous Systems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