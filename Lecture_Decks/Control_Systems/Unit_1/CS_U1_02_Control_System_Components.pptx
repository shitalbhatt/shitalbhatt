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Control System Components" id="{018fcdba-67ab-3f7f-e08d-f463d978209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"Control System Components", part of Unit 1 (Introduction and Mathematical Modelling of Physical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Name the main components of a servo system. Explain error detectors: potentiometer pair and synchros. Describe DC and AC servo motors and the tachogenerator. Identify the role of amplifiers and gear trains.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blocks appear in almost every feedback control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error detector produces a signal proportional to the difference between input and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small errors the output is nearly proportional to the angular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Servo motors have low inertia and high torque-to-inertia ratio for fast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tachogenerator is a small DC generator whose output voltage is proportional to shaft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Servo = error detector + amplifier + actuator + load + feedback element. Potentiometer pair and synchro pair give the error signal. AC and DC servo motors act as actuators. Tachogenerator provides velocity feedback: eo = Kt 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Draw and label the block diagram of a position servo system. Explain how a synchro pair works as an error detector. Compare AC and DC servo motors. What is the function of a tachogenerator?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System Components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Introduction and Mathematical Modelling of Physical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Name the main components of a servo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error detectors: potentiometer pair and synchros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Describe DC and AC servo motors and the tachogenerator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Identify the role of amplifiers and gear trains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Introduction and mathematical modelling of physical systems: open loop and closed loop systems, examples, control system components. Transfer function of physical systems: mechanical systems (translational and rotational), electrical systems, analogous systems, block diagram reduction techniques, signal flow graphs.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 typical position servo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cs_servo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233" y="1143000"/>
            <a:ext cx="7119535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Error detector compares reference and output.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Amplifier boosts the small error signal.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Servo motor (actuator) drives the load.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Feedback element (potentiometer, synchro, tacho) measures the output.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Error detectors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Potentiometer pair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Two potentiometers across the same supply; output voltage ∝ (θi − θo). Low-cost, DC systems.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Synchro pair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Transmitter (CX) and control transformer (CT) give an AC error voltage ∝ sin(θi − θo); accurate, long-distance.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Others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Optical encoders, LVDT, strain gauges, op-amp summers.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Synchro transmitter and receiver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synchro_pai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817" y="1143000"/>
            <a:ext cx="5622367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Synchro pair as an error detector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Rotor of the transmitter turned by θt.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Stator voltages induced in S1, S2, S3 depend on θt.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Receiver/CT rotor at θr: output ∝ sin(θt − θr).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Zero output when θt = θr (aligned).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Actuators: servo motors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DC servo motor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AC servo motor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Supply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DC (armature or field controlled)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Two-phase AC: fixed phase + control phase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Torque–speed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Linear for armature control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Made linear by high rotor resistance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Typical size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 power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Low power (≤ ~100 W)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Maintenance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Brushes/commutator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Rugged, no brushes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Uses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Robots, machine tools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Instrument servos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Tachogenerator and other components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 = Kt ω = Kt dθ/dt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tachogenerator output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Eo(s)/Θ(s) = Kt s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transfer function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188720"/>
            <a:ext cx="26212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188720"/>
            <a:ext cx="262128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Gear ratio N1/N2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202996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reflects J, B and torque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Tachogenerator: speed feedback gives damping (rate feedback).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Amplifier: electronic (op-amp), magnetic amplifier, amplidyne.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Gear train: matches motor speed to load, multiplies torque.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Servo = error detector + amplifier + actuator + load + feedback element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Potentiometer pair and synchro pair give the error signal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AC and DC servo motors act as actuators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Tachogenerator provides velocity feedback: eo = Kt ω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and label the block diagram of a position servo system.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how a synchro pair works as an error detector.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AC and DC servo motors.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What is the function of a tachogenerator?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System Components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