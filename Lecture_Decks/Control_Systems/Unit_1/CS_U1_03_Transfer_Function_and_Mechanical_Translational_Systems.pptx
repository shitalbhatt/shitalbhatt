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1 · Transfer Function and Mechanical Translational Systems" id="{57c80337-7873-87ed-46d5-ac5eb62193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"Transfer Function and Mechanical Translational Systems", part of Unit 1 (Introduction and Mathematical Modelling of Physical Systems)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Define the transfer function and state its properties. Write the differential equations of mass-spring-damper systems. Derive transfer functions of translational systems. Find natural frequency and damping ratio from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Laplace transform converts differential equations into algebraic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element resists motion with a force that depends on displacement, velocity or acceleration.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Newton's second law to the mass.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is a second order system whose behaviour depends on zeta.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negative poles: no oscillation.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spring or damper between two masses carries force proportional to the relative displacement.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double pole at the origin shows the rigid-body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Transfer function = L(output)/L(input) with zero initial conditions. Mass, damper, spring: f = Mẍ, Bẋ, Kx. M s² + B s + K gives ωn = √(K/M), ζ = B/(2√(KM)). Write one force equation per mass.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Derive X(s)/F(s) for a mass–spring–damper. M = 2 kg, B = 4, K = 8: find ωn and ζ. Write equations for two masses connected in series with springs. What are the properties of a transfer function?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1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1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Function and Mechanical Translational Systems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Introduction and Mathematical Modelling of Physical Systems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the transfer function and state its properties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 the differential equations of mass-spring-damper systems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transfer functions of translational systems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Find natural frequency and damping ratio from the model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Introduction and mathematical modelling of physical systems: open loop and closed loop systems, examples, control system components. Transfer function of physical systems: mechanical systems (translational and rotational), electrical systems, analogous systems, block diagram reduction techniques, signal flow graphs.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Transfer function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Definition: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G(s) = L{output} / L{input} with all initial conditions zero.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Applies to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linear time-invariant (LTI) systems.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Independent of input;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depends only on system parameters.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Poles and zeros: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roots of denominator / numerator; poles decide stability and response.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Characteristic equation: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denominator of the closed-loop transfer function = 0.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Translational elements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Element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Force relation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Laplace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Mass 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 = M d²x/dt²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 s² X(s)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Viscous damper B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 = B dx/dt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 s X(s)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Spring K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 = K x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 X(s)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Highlight strip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D'Alembert: the algebraic sum of forces on a mass (including inertia force) is zero.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Mass–spring–damper system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pic>
        <p:nvPicPr>
          <p:cNvPr id="6" name="Image 0" descr="msd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98114"/>
            <a:ext cx="5120640" cy="25816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Free body diagram of M: f(t) − B ẋ − K x = M ẍ.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 ẍ + B ẋ + K x = f(t).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Laplace (zero initial conditions):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(M s² + B s + K) X(s) = F(s).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Transfer function and parameters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X(s)/F(s) = 1/(M s² + B s + K)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displacement/force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ωn = √(K/M)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natural frequency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ζ = B / (2√(KM))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damping ratio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Standard form: X/F = (1/K) ωn² / (s² + 2ζωn s + ωn²).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Static deflection = 1/K for a unit step force.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single mass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 = 1 kg, B = 3 N·s/m, K = 2 N/m. Find X(s)/F(s), the poles, ωn and ζ.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X/F = 1/(s² + 3s + 2) = 1/[(s + 1)(s + 2)]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Poles at s = −1, −2 (real, distinct)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ωn = √2 = 1.414 rad/s;  ζ = 3/(2√2) = 1.06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Overdamped (ζ &gt; 1); poles −1 and −2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Procedure for multi-mass systems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Mark displacements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Assign x1, x2, … to each mass.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Draw free-body diagram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313432"/>
            <a:ext cx="173507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 each mass draw all forces: springs, dampers, external.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Write equations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ΣF = M ẍ for each mass.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Laplace and solve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Solve simultaneous algebraic equations for the required ratio.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Two masses: (M1s² + B1s + K1 + K12) X1 − K12 X2 = F;   −K12 X1 + (M2s² + B2s + K12) X2 = 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two-mass transfer function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Masses M1, M2 joined by spring K12; force F acts on M1; no walls or dampers. Find X2/F.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(M1 s² + K12) X1 − K12 X2 = F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−K12 X1 + (M2 s² + K12) X2 = 0 ⇒ X1 = (M2 s² + K12) X2/K12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Substitute: [(M1s² + K12)(M2s² + K12) − K12²] X2 / K12 = F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X2/F = K12 / [s²(M1M2 s² + K12(M1 + M2))]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X2/F = K12 / { s² [ M1M2 s² + K12 (M1 + M2) ] 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Transfer function = L(output)/L(input) with zero initial conditions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Mass, damper, spring: f = Mẍ, Bẋ, Kx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 s² + B s + K gives ωn = √(K/M), ζ = B/(2√(KM))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 one force equation per mass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Derive X(s)/F(s) for a mass–spring–damper.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 = 2 kg, B = 4, K = 8: find ωn and ζ.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Write equations for two masses connected in series with springs.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are the properties of a transfer function?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 Function and Mechanical Translational Systems</dc:title>
  <dc:subject>PptxGenJS Presentation</dc:subject>
  <dc:creator>Dr. Mitesh Astik</dc:creator>
  <cp:lastModifiedBy>Dr. Mitesh Astik</cp:lastModifiedBy>
  <cp:revision>1</cp:revision>
  <dcterms:created xsi:type="dcterms:W3CDTF">2026-10-29T10:05:23Z</dcterms:created>
  <dcterms:modified xsi:type="dcterms:W3CDTF">2026-10-29T10:05:23Z</dcterms:modified>
</cp:coreProperties>
</file>