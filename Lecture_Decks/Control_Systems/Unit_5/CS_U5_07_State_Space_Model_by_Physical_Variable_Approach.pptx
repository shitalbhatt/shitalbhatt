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State-Space Model Using the Physical Variable Approach (SISO)" id="{a868647f-6424-9f30-5502-1bb746a5c97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"State-Space Model Using the Physical Variable Approach (SISO)", part of Unit 5 (Compensators, Controllers and State-Space Analysis)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Choose physical variables as state variables. Derive state-space models of RLC and mass–spring–damper systems. Write the A, B, C, D matrices. Check using the transfer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variables have a clear meaning and can be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the inductor current and capacitor voltage as states because they store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equals Vc over V equals one over L C s squared plus R C s plus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and velocity describe the energy stored in the spring and in the mass.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eigenvalues of A equal the poles of the transfer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choices of states represent the same input output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Choose physical energy-storage variables as states. RLC: x = [i, vc]; mass-spring: x = [position, velocity]. ẋ = Ax + Bu, y = Cx; poles = eig(A). Verify with G(s) = C(sI − A)⁻¹B.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Derive the state model of a series RLC circuit. Write A, B, C for M = 2, B = 4, K = 8. Find the eigenvalues of A = [0 1; −6 −5]. Convert the state model to a transfer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State-Space Model Using the Physical Variable Approach (SISO)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Compensators, Controllers and State-Space Analysis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Choose physical variables as state variables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state-space models of RLC and mass–spring–damper systems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the A, B, C, D matrices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Check using the transfer function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Introduction to state variable analysis: modelling of physical systems using the state-space approach, advantages of state space over the transfer function approach, state-space model using the physical variable approach for SISO systems.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Physical variable approach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Identify storage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Find independent energy-storing elements (L, C, M, K, J).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Choose states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Inductor current, capacitor voltage; mass position and velocity; etc.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Write laws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KVL/KCL or Newton's law for each storage element: first-order equations.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Matrix form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Collect into ẋ = Ax + Bu, y = Cx.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Number of states = number of independent energy storage elements.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Series RLC circuit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rlc_ck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3197"/>
            <a:ext cx="5120640" cy="297144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States: x1 = i (inductor current), x2 = vc (capacitor voltage).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 di/dt = u − R i − vc.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 dvc/dt = i.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 y = vc.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RLC state model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Write the state model for R = 3 Ω, L = 1 H, C = 0.5 F (input u = source voltage, output vc). Verify with the transfer function.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ẋ1 = −(R/L)x1 − (1/L)x2 + (1/L)u = −3x1 − x2 + u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ẋ2 = (1/C)x1 = 2x1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= [−3 −1; 2 0], B = [1; 0], C = [0 1], D = 0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det(sI − A) = s² + 3s + 2;  G = C(sI − A)⁻¹B = 2/(s² + 3s + 2)</a:t>
            </a:r>
            <a:endParaRPr lang="en-US" sz="20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Eigenvalues −1, −2;  G(s) = 2/(s² + 3s + 2)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Mass–spring–damper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msd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8114"/>
            <a:ext cx="5120640" cy="25816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States: x1 = x (position), x2 = ẋ (velocity).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ẋ1 = x2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ẋ2 = −(K/M)x1 − (B/M)x2 + (1/M)f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 y = x1.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Mass–spring–damper state model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 = 1 kg, B = 3 N·s/m, K = 2 N/m. Write A, B, C and check the poles.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= [0 1; −K/M −B/M] = [0 1; −2 −3]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 = [0; 1/M] = [0; 1],  C = [1 0], D = 0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det(sI − A) = s² + 3s + 2 ⇒ eigenvalues −1, −2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G(s) = 1/(s² + 3s + 2) — same as Unit 1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A = [0 1; −2 −3],  B = [0; 1],  C = [1 0]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Remarks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State-space model is not unique: a different state choice gives a different (similar) A.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Phase variable form can be derived directly from the transfer function.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Physical variables preferred when the internal quantities are of interest or must be measured.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MATLAB: sys = ss(A, B, C, D); step(sys), eig(A), tf(sys).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Choose physical energy-storage variables as states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RLC: x = [i, vc]; mass-spring: x = [position, velocity]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ẋ = Ax + Bu, y = Cx; poles = eig(A)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Verify with G(s) = C(sI − A)⁻¹B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Derive the state model of a series RLC circuit.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A, B, C for M = 2, B = 4, K = 8.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the eigenvalues of A = [0 1; −6 −5].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Convert the state model to a transfer function.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State-Space Model Using the Physical Variable Approach (SISO)</dc:title>
  <dc:subject>PptxGenJS Presentation</dc:subject>
  <dc:creator>Dr. Mitesh Astik</dc:creator>
  <cp:lastModifiedBy>Dr. Mitesh Astik</cp:lastModifiedBy>
  <cp:revision>1</cp:revision>
  <dcterms:created xsi:type="dcterms:W3CDTF">2026-10-29T10:05:24Z</dcterms:created>
  <dcterms:modified xsi:type="dcterms:W3CDTF">2026-10-29T10:05:24Z</dcterms:modified>
</cp:coreProperties>
</file>