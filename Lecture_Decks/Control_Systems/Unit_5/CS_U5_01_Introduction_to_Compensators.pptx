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5 · Introduction to Compensators" id="{7603bd70-38cf-1361-ff56-3b8ecc28056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"Introduction to Compensators", part of Unit 5 (Compensators, Controllers and State-Space Analysis)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Explain why compensation is needed. Describe series, feedback and feed-forward compensation. Compare lead, lag and lag-lead compensators. Choose a compensator type for a given deficiency.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Increasing gain to improve accuracy has reduced damping so much that the transient is unacceptable.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compensator modifies the open loop transfer function to improve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designs in this course use series compensation.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the compensator that fixes the main deficiency.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networks you will build in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Compensators reshape the loop to meet specifications. Series, feedback and feed-forward compensation. Lead: transient; lag: steady-state accuracy; lag-lead: both. RC networks implement lead and 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Why is gain adjustment alone often inadequate? Compare series and feedback compensation. Which compensator improves steady-state error? Which improves PM? Write the transfer functions of RC lag and lead networks.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Unit 5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5  ·  8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Compensators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Compensators, Controllers and State-Space Analysis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why compensation is needed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Describe series, feedback and feed-forward compensation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Compare lead, lag and lag-lead compensators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Choose a compensator type for a given deficiency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Compensators and controllers: introduction to compensators, lag, lead and lag-lead compensators, P, PI and PID controllers.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Why adjust gain is not enough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Unity feedback G = K/[s(s + 2)]. Required Kv = 20. What are ζ and Mp with this gain?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Kv = K/2 = 20 ⇒ K = 40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ωn = √40 = 6.32 rad/s;  ζ = 2/(2 × 6.32) = 0.158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Mp = exp(−π × 0.158/√(1 − 0.025)) = 60.5 %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Accuracy is met but overshoot ≈ 60 %: a compensator is needed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Compensation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Definition: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adding extra components (compensator) to reshape the system so that specifications are met.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Specifications: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steady-state accuracy, transient response (Mp, ts), stability margins (GM, PM), bandwidth.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Reasons: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gain adjustment alone cannot satisfy conflicting requirements.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Design domains: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root locus (s-plane) or Bode (frequency domain).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Types of compensation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Series (cascade)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Compensator Gc(s) placed in the forward path before the plant. Most common and simplest.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Feedback (parallel)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Compensator in the feedback path, e.g. tachometer (velocity) feedback; reduces effect of plant variations.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Feed-forward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Compensator acts on the reference or disturbance ahead of the loop; improves tracking or rejects measurable disturbances.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Lead, lag and lag-lead at a glance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834640"/>
                <a:gridCol w="3749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Compensator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Form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Effect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Lead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(1 + aTs)/(1 + Ts), a &gt; 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Adds phase lead: ↑ PM, ↑ bandwidth, faster response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Lag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(1 + Ts)/(1 + βTs), β &gt; 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Cuts high-frequency gain: ↑ steady-state accuracy, ↓ bandwidth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Lag-lead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Lead × lag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Both: better accuracy and transient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P, PI, PID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Kp, Kp(1 + 1/Tis), …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Controllers: proportional, integral, derivative action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Lag and lead RC networks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pic>
        <p:nvPicPr>
          <p:cNvPr id="6" name="Image 0" descr="lag_lead_ckt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440" y="1143000"/>
            <a:ext cx="5943120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Lag network: Gc = (1 + sR2C)/[1 + s(R1 + R2)C].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Lead network: Gc = (1/a)(1 + aTs)/(1 + Ts), a = (R1 + R2)/R2, T = R1R2C/(R1 + R2).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Both are passive: attenuate at some frequencies.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Gain loss recovered by an amplifier.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Compensators reshape the loop to meet specifications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Series, feedback and feed-forward compensation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Lead: transient; lag: steady-state accuracy; lag-lead: both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RC networks implement lead and lag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is gain adjustment alone often inadequate?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Compare series and feedback compensation.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Which compensator improves steady-state error? Which improves PM?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Write the transfer functions of RC lag and lead networks.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Compensators</dc:title>
  <dc:subject>PptxGenJS Presentation</dc:subject>
  <dc:creator>Dr. Mitesh Astik</dc:creator>
  <cp:lastModifiedBy>Dr. Mitesh Astik</cp:lastModifiedBy>
  <cp:revision>1</cp:revision>
  <dcterms:created xsi:type="dcterms:W3CDTF">2026-10-29T10:05:24Z</dcterms:created>
  <dcterms:modified xsi:type="dcterms:W3CDTF">2026-10-29T10:05:24Z</dcterms:modified>
</cp:coreProperties>
</file>