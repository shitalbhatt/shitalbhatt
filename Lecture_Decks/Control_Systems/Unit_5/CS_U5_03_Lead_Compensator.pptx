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Lead Compensator" id="{c2ea68c0-5398-9ab0-956f-8143d4749ac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"Lead Compensator", part of Unit 5 (Compensators, Controllers and State-Space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Write the transfer function and frequency response of a lead compensator. Explain its effect on phase margin, bandwidth and transient response. Design a lead compensator using the Bode plot. Implement it with an RC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lead compensator is a high pass filter; it raises gain at high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lead compensator contributes positive phase near the crossover, increasing the phase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is used when the steady-state error is fine but the response is too oscillatory or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extra phase is added because the crossover moves right after compensation, where the plant phase is 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Verify: the plant phase at the new crossover is minus 167 degrees; the lead adds 37 degrees, giving a 50 degree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lead network is built in the laboratory and its Bode plot is verified using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Lead: Gc = (1 + aTs)/(1 + Ts), a &gt; 1; φm = sin⁻¹[(a − 1)/(a + 1)]. Increases phase margin and bandwidth: faster, less overshoot. ωm = 1/(T√a), placed at the new crossover. Amplifies high-frequency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φm and ωm for the lead network. G = 20/[s(s + 4)]: design a lead compensator for PM = 45°. Compare lead and lag compensators. Find T and a for φm = 45° at 10 rad/s.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Compensator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Compensators, Controllers and State-Space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transfer function and frequency response of a lead compensator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its effect on phase margin, bandwidth and transient response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 lead compensator using the Bode plot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Implement it with an RC network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Compensators and controllers: introduction to compensators, lag, lead and lag-lead compensators, P, PI and PID controllers.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Lead compensator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Gc(s) = (1 + aTs)/(1 + Ts), a &gt; 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zero at −1/(aT), pole at −1/T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φm = sin⁻¹[(a − 1)/(a + 1)]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maximum phase lead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ωm = 1/(T√a)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frequency of φm; gain boost 10 log a dB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Zero closer to the origin than the pole: adds phase lead (positive phase).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= (1 + sin φm)/(1 − sin φm).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Bode plot of a lead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bode_lead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93" y="1188720"/>
            <a:ext cx="4205654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Gain rises by 20 log a dB between 1/(aT) and 1/T.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Phase lead peaks at ωm: 55° for a = 10.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Place ωm at the new gain crossover frequency.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Effect of lead compensation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Transient response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Increases PM, damping and bandwidth: smaller overshoot and faster rise time.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Steady state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Little effect (unless gain is raised to recover attenuation).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Cautions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Increases high-frequency gain: amplifies noise; needs extra gain a if implemented with a passive network.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Bode design procedure (lead)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 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Choose K for the required steady-state error.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130552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240280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4028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Find PM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 Bode of KG; read PM.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3803904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3913632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1363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13632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Required lead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13632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φm = PM(required) − PM(existing) + 5°–12°.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5477256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5586984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86984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984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Compute a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586984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= (1 + sin φm)/(1 − sin φm).</a:t>
            </a:r>
            <a:endParaRPr lang="en-US" sz="1500" dirty="0"/>
          </a:p>
        </p:txBody>
      </p:sp>
      <p:sp>
        <p:nvSpPr>
          <p:cNvPr id="26" name="Flow step"/>
          <p:cNvSpPr/>
          <p:nvPr/>
        </p:nvSpPr>
        <p:spPr>
          <a:xfrm>
            <a:off x="7150608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7" name="Step number"/>
          <p:cNvSpPr/>
          <p:nvPr/>
        </p:nvSpPr>
        <p:spPr>
          <a:xfrm>
            <a:off x="7260336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0336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60336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Locate ωm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60336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Where |KG| = −10 log a dB; T = 1/(ωm√a). Check.</a:t>
            </a:r>
            <a:endParaRPr lang="en-US" sz="1500" dirty="0"/>
          </a:p>
        </p:txBody>
      </p:sp>
      <p:sp>
        <p:nvSpPr>
          <p:cNvPr id="31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Gc(s) = (1 + aTs)/(1 + Ts) with an additional gain a if built from the passive network.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lead design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 = K/[s(s + 2)], Kv = 20 and PM ≥ 50°. Design a lead compensator.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 = 40: ωgc = 6.17 rad/s, PM = 18°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Need φm = 50 − 18 + 5 ≈ 37° ⇒ a = (1 + sin37°)/(1 − sin37°) = 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Boost 10 log 4 = 6 dB: place ωm where |G| = −6 dB ⇒ ωm = 8.83 rad/s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 = 1/(8.83 × 2) = 0.0566 s;  aT = 0.226 s;  Gc = (1 + 0.226s)/(1 + 0.0566s)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New ωgc = 8.83 rad/s, PM ≈ 50°, Kv = 20 retained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RC lead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Gc(s) = (1/a)(1 + aTs)/(1 + Ts)  with  a = (R1 + R2)/R2, T = R1R2C/(R1 + R2).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Attenuation 1/a is compensated by an amplifier of gain a.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R1 = 90 kΩ, R2 = 10 kΩ ⇒ a = 10; C = 0.1 µF ⇒ T = 0.9 ms; φm = 54.9° at ωm = 351 rad/s.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Matches Experiment 10 of the laboratory.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Lead: Gc = (1 + aTs)/(1 + Ts), a &gt; 1; φm = sin⁻¹[(a − 1)/(a + 1)]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Increases phase margin and bandwidth: faster, less overshoot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ωm = 1/(T√a), placed at the new crossover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Amplifies high-frequency noise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φm and ωm for the lead network.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 = 20/[s(s + 4)]: design a lead compensator for PM = 45°.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lead and lag compensators.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 and a for φm = 45° at 10 rad/s.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Compensator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