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4: Characteristics of Synchro Transmitter and Receiver Pair" id="{bca610d8-0fce-904f-12e3-4ebcd715336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4: Characteristics of Synchro Transmitter and Receiver Pair",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Study the construction and principle of a synchro pair. Plot the receiver rotor angle versus transmitter angle. Plot the error voltage versus angular displacement. Understand its use as an error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synchro pair converts angular displacement into an electrical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voltages induced in the stator depend on the rotor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 error position corresponds to alignment of rotors; rotor sense determines polarity.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manufacturer's connection diagram of the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θr versus θt and Ve versus (θt − θr).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linear region around the null is used in closed loop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Synchro pair transmits angular position electrically. CT output ∝ sin(θt − θr): error signal. Linear near the null; used as error detector. Plot θr vs θt and Ve vs error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the construction of a synchro transmitter. Why is the CT output zero when the rotors are aligned? Define synchro sensitivity. Name two applications of synchros.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4: Characteristics of Synchro Transmitter and Receiver Pair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Study the construction and principle of a synchro pair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Plot the receiver rotor angle versus transmitter angle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Plot the error voltage versus angular displacement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Understand its use as an error detector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apparatus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study the characteristics of a synchro transmitter and receiver pair.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Apparatus: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synchro transmitter (CX) and control transformer/receiver (CT) trainer kit, AC supply, angular scales, voltmeter, connecting leads.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Use: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error detector in position control systems.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Synchro pair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synchro_pai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817" y="1143000"/>
            <a:ext cx="5622367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Connection of synchro pair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Transmitter rotor excited from AC supply.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Three stator windings S1, S2, S3 at 120°.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Stator leads interconnected to the receiver.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Receiver output ∝ sin(θt − θr).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Theory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Synchro transmitter (CX)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Single-phase rotor, three-phase stator. Stator voltages ∝ V cos(θ − 120°k).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transformer (CT)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Rotor output voltage ∝ sin(θt − θr): the error signal, used with an amplifier.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Error detector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For small error e ≈ θt − θr: Ve = Ks (θt − θr), Ks in V/rad.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Connections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Connect S1–S1, S2–S2, S3–S3 of CX and CT; excite rotors from the same AC supply (as per kit).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Set zero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Align both pointers to 0°.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Vary θt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Rotate the transmitter in steps of 10° (0°–360°).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Record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Note receiver angle θr or error voltage Ve for each step; plot graphs.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Safety: keep the supply off while making connections.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194560"/>
                <a:gridCol w="237744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θt (deg)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θr (deg)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Error θt − θr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Error voltage Ve (V)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120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Expected results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θr follows θt closely: straight line at 45° (θr = θt).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Error voltage is sinusoidal in the error angle: zero at 0° and 180°, maximum at 90°.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Near zero error the relation is nearly linear: sensitivity Ks.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Small residual error arises from friction and loading.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Synchro pair transmits angular position electrically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CT output ∝ sin(θt − θr): error signal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Linear near the null; used as error detector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Plot θr vs θt and Ve vs error angle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the construction of a synchro transmitter.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the CT output zero when the rotors are aligned?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synchro sensitivity.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Name two applications of synchros.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4: Characteristics of Synchro Transmitter and Receiver Pair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