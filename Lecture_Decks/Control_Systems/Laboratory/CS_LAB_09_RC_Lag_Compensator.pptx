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9: Design and Implementation of an RC Lag Compensator" id="{837bae2d-f725-d1c2-d740-a3ac040683b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9: Design and Implementation of an RC Lag Compensator",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Design an RC lag network for a given β and T. Implement it on a bread board and measure the frequency response. Verify using MATLAB Bode plot. Determine the maximum phase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build the lag network and measure its gain and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is a first order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standard resistor values close to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Lissajous method or time shift to measure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the table and plot the Bode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Lag: Gc = (1 + sT)/(1 + sβT), β = (R1 + R2)/R2, T = R2C. High-frequency attenuation 20 log β dB (20 dB for β = 10). Maximum lag −54.9° at 31.6 rad/s. Measured response agrees with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Design a lag network with β = 5, T = 20 ms. Find the maximum phase lag of your design. What is the high-frequency gain of the network? Where is the compensator pole relative to the zero?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9: Design and Implementation of an RC Lag Compensator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an RC lag network for a given β and 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Implement it on a bread board and measure the frequency response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using MATLAB Bode plot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Determine the maximum phase lag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apparatus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design and implement an RC lag compensator and verify the result using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Apparatus: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resistors, capacitor, function generator, CRO/DSO, bread board,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Design: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β = 10, T = 10 ms.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RC lag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lag_lead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440" y="1143000"/>
            <a:ext cx="594312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Left: lag network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Gc(s) = (1 + sR2C)/[1 + s(R1 + R2)C].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 = R2C;  β = (R1 + R2)/R2.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Pole at 1/(βT), zero at 1/T.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High-frequency gain = 1/β.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Design calculations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Design a lag network with β = 10 and T = 10 ms. Choose C = 1 µF.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 = R2C ⇒ R2 = 10 ms/1 µF = 10 kΩ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β = (R1 + R2)/R2 = 10 ⇒ R1 = 9 R2 = 90 kΩ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Gc = (1 + 0.01s)/(1 + 0.1s);  corners at 10 and 100 rad/s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φm = −sin⁻¹[(β − 1)/(β + 1)] = −54.9° at ωm = 1/(T√β) = 31.6 rad/s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R1 = 90 kΩ, R2 = 10 kΩ, C = 1 µF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Assemble the network on the bread board.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a sine wave of 1 V peak from the function generator.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1–1000 rad/s measure output amplitude and phase (CRO).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Plot and verify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Plot gain and phase; compare with MATLAB bode.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Gain = Vout/Vin (dB); phase = −360° × f × Δt.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verification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= 90e3; R2 = 10e3; C = 1e-6;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R2*C; beta = (R1+R2)/R2;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= tf([T 1], [beta*T 1])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bode(Gc), grid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[mag, ph, w] = bode(Gc);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[phmin, i] = min(squeeze(ph));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fprintf('Max lag = %.1f deg at %.1f rad/s\n', phmin, w(i))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64592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 (Hz)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ω (rad/s)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 (V)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Gain (dB)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Phase (deg)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31.4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125.7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628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Lag: Gc = (1 + sT)/(1 + sβT), β = (R1 + R2)/R2, T = R2C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High-frequency attenuation 20 log β dB (20 dB for β = 10)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Maximum lag −54.9° at 31.6 rad/s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Measured response agrees with MATLAB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Design a lag network with β = 5, T = 20 ms.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maximum phase lag of your design.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high-frequency gain of the network?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Where is the compensator pole relative to the zero?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9: Design and Implementation of an RC Lag Compensator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