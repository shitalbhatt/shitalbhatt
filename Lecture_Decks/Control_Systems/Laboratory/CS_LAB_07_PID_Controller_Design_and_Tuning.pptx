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boratory · Experiment 7: Design of a PID Controller Using Tuning Methods" id="{b96230eb-b4c2-b6c6-58b1-4cffa604d2c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"Experiment 7: Design of a PID Controller Using Tuning Methods", part of Laboratory (Control Systems Laboratory (22EEG53))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Design a PID controller using Ziegler–Nichols tuning. Simulate the closed-loop step response. Compare P, PI and PID responses. Fine-tune the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Ziegler Nichols ultimate gain method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Obtain Kcr and Pcr from the root locus or Routh array.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ZN gives a starting point; typical overshoot is 25 to 60 percent and needs fine 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illustration uses a different plant, but the trends are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Mp, ts and ess from stepinfo.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Find Kcr and Pcr, then use ZN formulas. PID: Kp = 0.6Kcr, Ti = 0.5Pcr, Td = 0.125Pcr. I removes the steady-state error; D adds damping. Fine-tune after ZN to reduce overshoot.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List the ZN settings for P, PI and PID. Find Kcr and Pcr for K/[s(s+2)(s+4)]. Effect of Kd on overshoot? Write the MATLAB command to create a PID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Laboratory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LABORATORY  ·  Lab · 26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7: Design of a PID Controller Using Tuning Methods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Control Systems Laboratory (22EEG53)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Design a PID controller using Ziegler–Nichols tuning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Simulate the closed-loop step response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Compare P, PI and PID responses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Fine-tune the gains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Laboratory component of 22EEG53 Control Systems (0:0:2 hours per week). CIE: record and observation 25, viva-voce 5, lab test 20 marks.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Aim and requirements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Aim: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to design a PID controller using tuning methods in MATLAB.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Software: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MATLAB with the Control System Toolbox (Simulink where required).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Hardware: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Personal computer.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Plant: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G(s) = 1/[s(s + 1)(s + 2)]; Kcr = 6, ωcr = 1.414 rad/s, Pcr = 4.44 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Ziegler–Nichols settings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Controller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 Kcr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∞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0.45 Kcr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Pcr/1.2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 Kcr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0.5 Pcr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0.125 Pcr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PID values here: Kp = 3.6, Ti = 2.22 s, Td = 0.555 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Find Kcr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margin(G) or Routh: K = 6 gives sustained oscillation.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130552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240280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24028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1783080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Compute settings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313432"/>
            <a:ext cx="13167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Apply the ZN table.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3803904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3913632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913632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913632" y="1783080"/>
            <a:ext cx="13167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 controller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913632" y="2313432"/>
            <a:ext cx="13167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 = pid(Kp, Ki, Kd).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5477256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5586984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86984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86984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Simulate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586984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step(feedback(C*G, 1)); compare with P, PI.</a:t>
            </a:r>
            <a:endParaRPr lang="en-US" sz="1500" dirty="0"/>
          </a:p>
        </p:txBody>
      </p:sp>
      <p:sp>
        <p:nvSpPr>
          <p:cNvPr id="26" name="Flow step"/>
          <p:cNvSpPr/>
          <p:nvPr/>
        </p:nvSpPr>
        <p:spPr>
          <a:xfrm>
            <a:off x="7150608" y="1234440"/>
            <a:ext cx="1536192" cy="22860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7" name="Step number"/>
          <p:cNvSpPr/>
          <p:nvPr/>
        </p:nvSpPr>
        <p:spPr>
          <a:xfrm>
            <a:off x="7260336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60336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260336" y="178308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Fine-tune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260336" y="2084832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Adjust to reduce overshoot.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MATLAB program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tf(1, conv([1 0], conv([1 1], [1 2])));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[Gm, ~, wcr] = margin(G);  Kcr = Gm;  Pcr = 2*pi/wcr;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 = 0.6*Kcr;  Ti = 0.5*Pcr;  Td = 0.125*Pcr;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C_pid = pid(Kp, Kp/Ti, Kp*Td);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C_pi  = pid(0.45*Kcr, 0.45*Kcr/(Pcr/1.2));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C_p   = pid(0.5*Kcr);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0:0.05:40;  hold 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step(feedback(C_p*G,1), t), step(feedback(C_pi*G,1), t), step(feedback(C_pid*G,1), t)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legend('P','PI','PID'); grid 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Typical responses (illustration)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pic>
        <p:nvPicPr>
          <p:cNvPr id="6" name="Image 0" descr="pid_resp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4846320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PID gives lowest steady-state error with acceptable overshoot.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 alone leaves error for type-0 plants.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Fine-tune Kd to damp oscillation.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Observation table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  <a:gridCol w="1280160"/>
                <a:gridCol w="1280160"/>
                <a:gridCol w="1188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Controller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Mp (%)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ts 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1.62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Find Kcr and Pcr, then use ZN formulas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PID: Kp = 0.6Kcr, Ti = 0.5Pcr, Td = 0.125Pcr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 removes the steady-state error; D adds damping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Fine-tune after ZN to reduce overshoot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List the ZN settings for P, PI and PID.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Kcr and Pcr for K/[s(s+2)(s+4)].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Effect of Kd on overshoot?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MATLAB command to create a PID controller.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7: Design of a PID Controller Using Tuning Methods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