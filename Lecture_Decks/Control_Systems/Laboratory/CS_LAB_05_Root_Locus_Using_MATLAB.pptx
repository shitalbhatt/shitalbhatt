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boratory · Experiment 5: Root Locus, Breakaway and Imaginary-Axis Crossover" id="{2a11d1f9-7292-531f-0b7b-14816973e9a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"Experiment 5: Root Locus, Breakaway and Imaginary-Axis Crossover", part of Laboratory (Control Systems Laboratory (22EEG53))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Plot the root locus of a given transfer function. Verify the breakaway point analytically and in MATLAB. Find the imaginary-axis crossing and the marginal gain. Relate the gain to damping.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verify the hand calculation of the root locus rules using MATLAB.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expected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data tips on the plot to read K at selected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your MATLAB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should agree within reading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rlocus plots the locus; sgrid shows ζ and ωn lines. Breakaway: dK/ds = 0 → −0.423. Marginal stability at K = 6, ω = 1.414 rad/s. MATLAB results agree with Routh and the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List the steps to sketch the locus of K/[s(s+1)(s+2)]. Write the MATLAB commands for the locus. Find K for ζ = 0.5 using rlocfind. What happens for K &gt; 6?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Laboratory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LABORATORY  ·  Lab · 26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5: Root Locus, Breakaway and Imaginary-Axis Crossover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Control Systems Laboratory (22EEG53)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Plot the root locus of a given transfer function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Verify the breakaway point analytically and in MATLAB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Find the imaginary-axis crossing and the marginal gain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Relate the gain to damping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Laboratory component of 22EEG53 Control Systems (0:0:2 hours per week). CIE: record and observation 25, viva-voce 5, lab test 20 marks.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Aim and requirements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Aim: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to draw the root locus for a given transfer function and verify the breakaway point and imaginary-axis crossover point using MATLAB.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Software: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MATLAB with the Control System Toolbox (Simulink where required).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Hardware: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Personal computer.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System: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G(s)H(s) = K/[s(s + 1)(s + 2)].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Hand calculations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Formula"/>
          <p:cNvSpPr/>
          <p:nvPr/>
        </p:nvSpPr>
        <p:spPr>
          <a:xfrm>
            <a:off x="457200" y="1897380"/>
            <a:ext cx="262128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897380"/>
            <a:ext cx="26212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Asymptotes 60°, 180°, 300°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19582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centroid σA = −1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897380"/>
            <a:ext cx="262128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897380"/>
            <a:ext cx="26212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Breakaway: 3s² + 6s + 2 = 0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319582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s = −0.423 (on locus)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897380"/>
            <a:ext cx="262128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897380"/>
            <a:ext cx="26212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Routh: K = 6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319582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jω crossing at ±j1.414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Procedure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Define G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 = tf(1, [1 3 2 0]).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Plot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rlocus(G); sgrid or zeta lines.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Breakaway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Click on the locus or compute roots of d/ds of the characteristic polynomial.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Crossover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rlocfind or margin: K at the jω-axis intersection.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Check with Routh: marginal gain K = 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MATLAB program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5" name="Code panel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7863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tf(1, [1 3 2 0]);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rlocus(G); sgrid; grid on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breakaway: roots of dK/ds = 0, K = -s(s+1)(s+2)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= conv([1 0], conv([1 1], [1 2]));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 = roots(polyder(p))               % -0.4226, -1.5774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K_b = -polyval(p, ds(1))             % gain at breakaway = 0.385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imaginary axis crossing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[Gm, ~, wpc] = margin(G)             % Gm = 6, wpc = 1.414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K_marginal = Gm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Expected root locus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pic>
        <p:nvPicPr>
          <p:cNvPr id="6" name="Image 0" descr="rl2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97" y="1188720"/>
            <a:ext cx="4564646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Breakaway at −0.423 (K = 0.385).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Crossing at ±j1.414 for K = 6.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Asymptotes at ±60°, 180°.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Observation table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Quantity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Hand calculation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MATLAB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Breakaway point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−0.423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Gain at breakaway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0.385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Imaginary-axis crossing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±j1.414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Marginal gain K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rlocus plots the locus; sgrid shows ζ and ωn lines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Breakaway: dK/ds = 0 → −0.423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Marginal stability at K = 6, ω = 1.414 rad/s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MATLAB results agree with Routh and the rules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List the steps to sketch the locus of K/[s(s+1)(s+2)].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Write the MATLAB commands for the locus.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K for ζ = 0.5 using rlocfind.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happens for K &gt; 6?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5: Root Locus, Breakaway and Imaginary-Axis Crossover</dc:title>
  <dc:subject>PptxGenJS Presentation</dc:subject>
  <dc:creator>Dr. Mitesh Astik</dc:creator>
  <cp:lastModifiedBy>Dr. Mitesh Astik</cp:lastModifiedBy>
  <cp:revision>1</cp:revision>
  <dcterms:created xsi:type="dcterms:W3CDTF">2026-10-29T10:05:22Z</dcterms:created>
  <dcterms:modified xsi:type="dcterms:W3CDTF">2026-10-29T10:05:22Z</dcterms:modified>
</cp:coreProperties>
</file>