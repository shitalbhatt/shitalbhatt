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y · Experiment 2: Effect of Addition of Poles and Zeros on Stability" id="{46acea74-a37b-6ac4-637a-1bdf2c5ab22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"Experiment 2: Effect of Addition of Poles and Zeros on Stability", part of Laboratory (Control Systems Laboratory (22EEG53))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Observe how an added open-loop pole or zero changes the root locus. Observe the effect on the step response. Relate the result to stability and relative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add a pole or a zero to the open loop and see how the closed loop behaviour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locus with and without extra pole or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rlocus and step(feedback(...))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graphs use the example 4/(s²+2s+4) with a pole or zero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the gain at which the closed loop poles cross the imaginary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Adding a pole moves the locus right: less stable. Adding a zero moves the locus left: more stable. Poles slow the response; zeros speed it and increase overshoot. MATLAB rlocus and step show both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How does adding a pole change the stability of K/[s(s+2)]? Which compensator adds a zero to the loop? Write the MATLAB commands used. Why does a zero increase overshoot?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Laboratory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LABORATORY  ·  Lab · 26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2: Effect of Addition of Poles and Zeros on Stability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Control Systems Laboratory (22EEG53)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Observe how an added open-loop pole or zero changes the root locus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Observe the effect on the step response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Relate the result to stability and relative stability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Laboratory component of 22EEG53 Control Systems (0:0:2 hours per week). CIE: record and observation 25, viva-voce 5, lab test 20 marks.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 and requirements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Aim: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study the effect of adding poles and zeros to a system on its stability using MATLAB.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Software: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MATLAB with the Control System Toolbox (Simulink where required).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Hardware: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Personal computer.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Base system: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G(s) = K/[s(s + 2)] with unity feedback.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Theory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Adding a pole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Bends the locus to the right: reduces stability, lower damping, may cause instability at high gain.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Adding a zero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Bends the locus to the left: increases stability and damping; adds overshoot via derivative-like action.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Closed-loop effect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Poles ⇒ slower response; zeros ⇒ faster response with more overshoot.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Base system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Plot root locus and step response of G = 1/(s(s+2)).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pole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Multiply by 1/(s + p): e.g. p = 4.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zero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Multiply by (s + z): e.g. z = 4.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Compare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Plot loci and closed-loop steps; note stability limits.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Observe the K for which the poles cross the jω axis.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MATLAB program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 = tf(1, [1 2 0]);            % base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G1 = tf(1, conv([1 2 0],[1 4]));     % extra pole at -4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 = tf([1 4], [1 2 0]);             % extra zero at -4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subplot(2,3,1), rlocus(G),  title('base')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subplot(2,3,2), rlocus(G1), title('+ pole')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subplot(2,3,3), rlocus(G2), title('+ zero')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subplot(2,1,2), hold 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step(feedback(G,1)), step(feedback(G1,1)), step(feedback(G2,1))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legend('base','+pole','+zero'); grid 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Expected step responses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pic>
        <p:nvPicPr>
          <p:cNvPr id="6" name="Image 0" descr="pz_effec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76328"/>
            <a:ext cx="8229600" cy="2933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Left: extra pole slows the response. Right: extra zero speeds it up and increases overshoot.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 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2011680"/>
                <a:gridCol w="137160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Locus bends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Stability limit (K)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Overshoot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Settling time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Base K/[s(s+2)]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Vertical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Stable for all 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+ pole at −4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Finite 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+ zero at −4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Stable for all 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Adding a pole moves the locus right: less stable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Adding a zero moves the locus left: more stable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Poles slow the response; zeros speed it and increase overshoot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MATLAB rlocus and step show both effects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How does adding a pole change the stability of K/[s(s+2)]?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Which compensator adds a zero to the loop?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MATLAB commands used.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does a zero increase overshoot?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2: Effect of Addition of Poles and Zeros on Stability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