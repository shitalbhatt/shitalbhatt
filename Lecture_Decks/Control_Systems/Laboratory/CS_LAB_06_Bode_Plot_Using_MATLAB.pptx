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6: Frequency Domain Analysis Using Bode Plot" id="{a500316c-930d-dd09-c1b8-8d30da1034f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6: Frequency Domain Analysis Using Bode Plot",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Plot the Bode magnitude and phase of a transfer function. Determine gain margin, phase margin and crossover frequencies. Assess stability from the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obtain the stability margins both from the plot and the margin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calculation gave GM = 9.54 dB and PM = 32.7°.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different gains K to see how the margins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MATLAB output with the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for different K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bode() and margin() give the frequency response and margins. GM = 9.54 dB, PM = 32.7° for K = 2. K = 6 gives GM = 0 dB: marginal stability. Larger K reduces the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GM and PM. What are the margins for K = 6? Write the MATLAB commands used. Predict the closed-loop overshoot from PM = 32.7°.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6: Frequency Domain Analysis Using Bode Plot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 the Bode magnitude and phase of a transfer function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Determine gain margin, phase margin and crossover frequencies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Assess stability from the margins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perform frequency domain analysis using the Bode plot in MATLAB and determine GM and PM.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System: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 = 2/[s(s + 1)(s + 2)] (unity feedback).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Theory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Bode plot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Magnitude 20 log|G(jω)| and phase vs log ω.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Gain margin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GM = −20 log|G(jωpc)| at ∠G = −180°.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margin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PM = 180° + ∠G(jωgc) at |G| = 1.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Stable if GM &gt; 0 dB and PM &gt; 0°.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Define 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 = tf(2, conv([1 0], conv([1 1],[1 2]))).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Bode plot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bode(G); grid on.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Margins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margin(G) marks GM, PM and the crossover frequencies.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Interpret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the closed loop: step(feedback(G,1)).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tf(2, conv([1 0], conv([1 1], [1 2])));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figure, bode(G), grid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figure, margin(G)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[Gm, Pm, wpc, wgc] = margin(G);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fprintf('GM = %.2f dB at %.3f rad/s\n', 20*log10(Gm), wpc)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fprintf('PM = %.1f deg at %.3f rad/s\n', Pm, wgc)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figure, step(feedback(G, 1))      % closed loop response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Expected result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bode_gmpm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89" y="1188720"/>
            <a:ext cx="4245661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GM ≈ 9.54 dB at ωpc = 1.414 rad/s.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PM ≈ 32.7° at ωgc = 0.748 rad/s.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Both positive: stable.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645920"/>
                <a:gridCol w="16459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Gain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GM (dB)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PM (deg)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ωgc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Stability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9.54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32.7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0.748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1.414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Marginal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bode() and margin() give the frequency response and margins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GM = 9.54 dB, PM = 32.7° for K = 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 = 6 gives GM = 0 dB: marginal stability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Larger K reduces the margins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GM and PM.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are the margins for K = 6?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MATLAB commands used.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Predict the closed-loop overshoot from PM = 32.7°.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6: Frequency Domain Analysis Using Bode Plot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