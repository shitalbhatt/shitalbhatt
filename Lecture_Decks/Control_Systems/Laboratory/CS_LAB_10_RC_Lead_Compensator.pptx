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boratory · Experiment 10: Design and Implementation of an RC Lead Compensator" id="{a40b4be3-0ce6-ec45-3c8e-0c82e702a27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"Experiment 10: Design and Implementation of an RC Lead Compensator", part of Laboratory (Control Systems Laboratory (22EEG53))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Design an RC lead network for a required a and T. Implement it and measure its frequency response. Verify using MATLAB Bode plot. Find the maximum phase 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lead network adds positive phase at mid frequencies.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capacitor is in parallel with R1.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attenuation of 1/10 is restored using an amplifier of gain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lead is measured as the time by which the output leads the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phase should peak near 56 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Lead: Gc = (1/a)(1 + aTs)/(1 + Ts), a = (R1 + R2)/R2, T = R1R2C/(R1 + R2). Maximum lead 54.9° at 351 rad/s for a = 10. Passive network attenuates by 1/a: add gain a. Experimental Bode matches MATLAB.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Design a lead network with a = 4 using C = 0.1 µF. Compute φm and ωm of your design. Why must the amplifier gain a be added? Compare lead and lag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Laboratory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LABORATORY  ·  Lab · 26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10: Design and Implementation of an RC Lead Compensator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Control Systems Laboratory (22EEG53)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 an RC lead network for a required a and 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Implement it and measure its frequency response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Verify using MATLAB Bode plot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Find the maximum phase lead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Laboratory component of 22EEG53 Control Systems (0:0:2 hours per week). CIE: record and observation 25, viva-voce 5, lab test 20 marks.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Aim and apparatus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Aim: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to design and implement an RC lead compensator and verify the result using MATLAB.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Apparatus: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resistors, capacitor, function generator, CRO/DSO, bread board, MATLAB.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Design: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 = 10 (φm ≈ 55°).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RC lead network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pic>
        <p:nvPicPr>
          <p:cNvPr id="6" name="Image 0" descr="lag_lead_ck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440" y="1143000"/>
            <a:ext cx="5943120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Right: lead network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7033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Gc(s) = (1/a)(1 + aTs)/(1 + Ts).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= (R1 + R2)/R2;  T = R1R2C/(R1 + R2).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7033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Zero at 1/(aT) = 1/(R1C); pole at 1/T.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DC gain = R2/(R1 + R2) = 1/a.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Design calculations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Design a lead network with a = 10 using C = 0.1 µF and R2 = 10 kΩ.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= (R1 + R2)/R2 = 10 ⇒ R1 = 9 R2 = 90 kΩ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 = R1R2C/(R1 + R2) = 9 kΩ × 0.1 µF = 0.9 ms;  aT = R1C = 9 ms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Gc = 0.1 (1 + 0.009s)/(1 + 0.0009s)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φm = sin⁻¹(9/11) = 54.9° at ωm = 1/(T√a) = 351 rad/s</a:t>
            </a:r>
            <a:endParaRPr lang="en-US" sz="20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R1 = 90 kΩ, R2 = 10 kΩ, C = 0.1 µF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Procedure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Assemble the lead network.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Excite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Sine input, 1 V peak.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Measure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Gain and phase from 100 to 5000 rad/s.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Plot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Bode plot; compare with MATLAB; verify φm and ωm.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MATLAB verification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5" name="Code panel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 = 90e3; R2 = 10e3; C = 0.1e-6;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(R1+R2)/R2; T = R1*R2*C/(R1+R2);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 = (1/a)*tf([a*T 1], [T 1])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bode(Gc), grid 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[mag, ph, w] = bode(Gc);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[phmax, i] = max(squeeze(ph));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fprintf('Max lead = %.1f deg at %.0f rad/s\n', phmax, w(i))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Observation table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  <a:gridCol w="164592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 (Hz)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ω (rad/s)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Vo (V)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Gain (dB)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Phase (deg)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1257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800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5026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Lead: Gc = (1/a)(1 + aTs)/(1 + Ts), a = (R1 + R2)/R2, T = R1R2C/(R1 + R2)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Maximum lead 54.9° at 351 rad/s for a = 10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Passive network attenuates by 1/a: add gain 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Experimental Bode matches MATLAB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Design a lead network with a = 4 using C = 0.1 µF.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Compute φm and ωm of your design.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must the amplifier gain a be added?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Compare lead and lag networks.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10: Design and Implementation of an RC Lead Compensator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