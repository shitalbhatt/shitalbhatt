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aboratory · Experiment 8: DC Position Control System Using MATLAB/Simulink" id="{93f45e46-1743-6f44-752d-84a94d680de1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In this session we study "Experiment 8: DC Position Control System Using MATLAB/Simulink", part of Laboratory (Control Systems Laboratory (22EEG53)) of Control Systems.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 the end of this topic you should be able to do the following. Model a DC motor position control system. Obtain its step response for a given controller gain. Observe the effect of gain on overshoot and settling. Understand the role of feedback.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DC servo motor drives a load; position is fed 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Armature controlled DC motor: input voltage, output shaft angle.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the data, the denominator is 0.005s³ + 0.06 s² + 0.1001 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the MATLAB and Simulink versions should give identical responses.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Observe zero steady state error and increasing overshoot with Kp.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summarise this topic. DC motor: θ/Va = Kt/{s[(Las + Ra)(Js + B) + KtKb]}. Position loop is type 1: zero step error. Higher Kp: faster but more overshoot. Simulink and MATLAB give the same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Attempt these on your own, then check your working against your notes and textbook. Derive the DC motor transfer function. Why is the steady-state error zero for a step input? What is the effect of Kp on damping? Name the blocks needed in Simulink.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E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Control Systems · Laboratory · Dr. Mitesh Astik, NMAMIT Nitte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6858000" y="822960"/>
            <a:ext cx="1737360" cy="1737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3258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8229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chemeClr val="accent1"/>
                </a:solidFill>
              </a:rPr>
              <a:t>LABORATORY  ·  Lab · 26 hours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28016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 8: DC Position Control System Using MATLAB/Simulink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9260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3E6E9"/>
                </a:solidFill>
              </a:rPr>
              <a:t>Control Systems Laboratory (22EEG53)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Control Systems  (22EEG53)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3E6E9"/>
                </a:solidFill>
              </a:rPr>
              <a:t>Dr. Mitesh Astik · Dept. of Electrical and Electronics Engineering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3E6E9"/>
                </a:solidFill>
              </a:rPr>
              <a:t>NMAM Institute of Technology, Nitte · 2025-26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Learning objectives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Model a DC motor position control system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Obtain its step response for a given controller gain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Observe the effect of gain on overshoot and settling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Understand the role of feedback</a:t>
            </a:r>
            <a:endParaRPr lang="en-US" sz="2200" dirty="0"/>
          </a:p>
        </p:txBody>
      </p:sp>
      <p:sp>
        <p:nvSpPr>
          <p:cNvPr id="7" name="Card"/>
          <p:cNvSpPr/>
          <p:nvPr/>
        </p:nvSpPr>
        <p:spPr>
          <a:xfrm>
            <a:off x="5577840" y="1188720"/>
            <a:ext cx="3108960" cy="338328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715000" y="12618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Syllabus context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715000" y="1645920"/>
            <a:ext cx="283464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Laboratory component of 22EEG53 Control Systems (0:0:2 hours per week). CIE: record and observation 25, viva-voce 5, lab test 20 marks.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Aim and requirements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tx2"/>
                </a:solidFill>
              </a:rPr>
              <a:t>Aim: 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to simulate a DC position control system in MATLAB/Simulink and obtain its step response.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tx2"/>
                </a:solidFill>
              </a:rPr>
              <a:t>Software: 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MATLAB with the Control System Toolbox (Simulink where required).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tx2"/>
                </a:solidFill>
              </a:rPr>
              <a:t>Hardware: 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Personal computer.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tx2"/>
                </a:solidFill>
              </a:rPr>
              <a:t>Motor data (example): 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Ra = 1 Ω, La = 0.5 H, J = 0.01 kg·m², B = 0.1 N·m·s, Kt = Kb = 0.01.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Block diagram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300" dirty="0"/>
          </a:p>
        </p:txBody>
      </p:sp>
      <p:pic>
        <p:nvPicPr>
          <p:cNvPr id="6" name="Image 0" descr="dcpos_block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14224"/>
            <a:ext cx="8229600" cy="1857951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Unity feedback position loop with proportional controller Kp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Motor transfer function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300" dirty="0"/>
          </a:p>
        </p:txBody>
      </p:sp>
      <p:sp>
        <p:nvSpPr>
          <p:cNvPr id="6" name="Formula"/>
          <p:cNvSpPr/>
          <p:nvPr/>
        </p:nvSpPr>
        <p:spPr>
          <a:xfrm>
            <a:off x="457200" y="1188720"/>
            <a:ext cx="402336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57200" y="1188720"/>
            <a:ext cx="402336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θ(s)/Va(s) = Kt / { s [ (La s + Ra)(J s + B) + Kt Kb ] }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02996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angle / armature voltage</a:t>
            </a:r>
            <a:endParaRPr lang="en-US" sz="1300" dirty="0"/>
          </a:p>
        </p:txBody>
      </p:sp>
      <p:sp>
        <p:nvSpPr>
          <p:cNvPr id="9" name="Formula"/>
          <p:cNvSpPr/>
          <p:nvPr/>
        </p:nvSpPr>
        <p:spPr>
          <a:xfrm>
            <a:off x="4663440" y="1188720"/>
            <a:ext cx="402336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663440" y="1188720"/>
            <a:ext cx="402336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Closed loop = Kp G/(1 + Kp G)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4663440" y="202996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unity feedback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2560320"/>
            <a:ext cx="82296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Type 1 system: zero steady-state error for a step.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Increasing Kp reduces damping and increases overshoot.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Procedure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300" dirty="0"/>
          </a:p>
        </p:txBody>
      </p:sp>
      <p:sp>
        <p:nvSpPr>
          <p:cNvPr id="6" name="Flow step"/>
          <p:cNvSpPr/>
          <p:nvPr/>
        </p:nvSpPr>
        <p:spPr>
          <a:xfrm>
            <a:off x="457200" y="1234440"/>
            <a:ext cx="1536192" cy="228600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7" name="Step number"/>
          <p:cNvSpPr/>
          <p:nvPr/>
        </p:nvSpPr>
        <p:spPr>
          <a:xfrm>
            <a:off x="566928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6692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178308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Parameters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2084832"/>
            <a:ext cx="131673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Enter Ra, La, J, B, Kt, Kb in the workspace.</a:t>
            </a:r>
            <a:endParaRPr lang="en-US" sz="1500" dirty="0"/>
          </a:p>
        </p:txBody>
      </p:sp>
      <p:sp>
        <p:nvSpPr>
          <p:cNvPr id="11" name="Flow step"/>
          <p:cNvSpPr/>
          <p:nvPr/>
        </p:nvSpPr>
        <p:spPr>
          <a:xfrm>
            <a:off x="2130552" y="1234440"/>
            <a:ext cx="1536192" cy="228600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12" name="Step number"/>
          <p:cNvSpPr/>
          <p:nvPr/>
        </p:nvSpPr>
        <p:spPr>
          <a:xfrm>
            <a:off x="2240280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240280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2240280" y="178308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Plant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2240280" y="2084832"/>
            <a:ext cx="131673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 = tf(Kt, [La*J, La*B+Ra*J, Ra*B+Kt*Kb, 0]).</a:t>
            </a:r>
            <a:endParaRPr lang="en-US" sz="1500" dirty="0"/>
          </a:p>
        </p:txBody>
      </p:sp>
      <p:sp>
        <p:nvSpPr>
          <p:cNvPr id="16" name="Flow step"/>
          <p:cNvSpPr/>
          <p:nvPr/>
        </p:nvSpPr>
        <p:spPr>
          <a:xfrm>
            <a:off x="3803904" y="1234440"/>
            <a:ext cx="1536192" cy="228600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17" name="Step number"/>
          <p:cNvSpPr/>
          <p:nvPr/>
        </p:nvSpPr>
        <p:spPr>
          <a:xfrm>
            <a:off x="3913632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3913632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3913632" y="178308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Closed loop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3913632" y="2084832"/>
            <a:ext cx="131673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Add Kp and unity feedback.</a:t>
            </a:r>
            <a:endParaRPr lang="en-US" sz="1500" dirty="0"/>
          </a:p>
        </p:txBody>
      </p:sp>
      <p:sp>
        <p:nvSpPr>
          <p:cNvPr id="21" name="Flow step"/>
          <p:cNvSpPr/>
          <p:nvPr/>
        </p:nvSpPr>
        <p:spPr>
          <a:xfrm>
            <a:off x="5477256" y="1234440"/>
            <a:ext cx="1536192" cy="228600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22" name="Step number"/>
          <p:cNvSpPr/>
          <p:nvPr/>
        </p:nvSpPr>
        <p:spPr>
          <a:xfrm>
            <a:off x="5586984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5586984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5586984" y="178308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Simulate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5586984" y="2084832"/>
            <a:ext cx="131673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Step response for several Kp; read Mp, ts.</a:t>
            </a:r>
            <a:endParaRPr lang="en-US" sz="1500" dirty="0"/>
          </a:p>
        </p:txBody>
      </p:sp>
      <p:sp>
        <p:nvSpPr>
          <p:cNvPr id="26" name="Flow step"/>
          <p:cNvSpPr/>
          <p:nvPr/>
        </p:nvSpPr>
        <p:spPr>
          <a:xfrm>
            <a:off x="7150608" y="1234440"/>
            <a:ext cx="1536192" cy="228600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27" name="Step number"/>
          <p:cNvSpPr/>
          <p:nvPr/>
        </p:nvSpPr>
        <p:spPr>
          <a:xfrm>
            <a:off x="7260336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7260336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7260336" y="178308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Simulink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7260336" y="2084832"/>
            <a:ext cx="131673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Step → Sum → Gain → Transfer Fcn → Scope, with unity feedback.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MATLAB program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300" dirty="0"/>
          </a:p>
        </p:txBody>
      </p:sp>
      <p:sp>
        <p:nvSpPr>
          <p:cNvPr id="5" name="Code panel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chemeClr val="tx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280160"/>
            <a:ext cx="78638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Ra=1; La=0.5; J=0.01; B=0.1; Kt=0.01; Kb=0.01;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 = tf(Kt, [La*J, La*B+Ra*J, Ra*B+Kt*Kb, 0]);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Kp = [1 5 20 50];  hold on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k = 1:length(Kp)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step(feedback(Kp(k)*G, 1), 0:0.05:20)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legend('Kp=1','5','20','50'); grid on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stepinfo(feedback(20*G,1))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Observation table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011680"/>
                <a:gridCol w="2011680"/>
                <a:gridCol w="25603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Kp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Mp (%)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ts (s)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Steady-state error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Key takeaways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DC motor: θ/Va = Kt/{s[(Las + Ra)(Js + B) + KtKb]}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Position loop is type 1: zero step error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Higher Kp: faster but more overshoot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Simulink and MATLAB give the same result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Practice questions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Q1.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Derive the DC motor transfer function.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Q2.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Why is the steady-state error zero for a step input?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Q3.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What is the effect of Kp on damping?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Q4.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Name the blocks needed in Simulink.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trolSystems">
  <a:themeElements>
    <a:clrScheme name="ControlSystems">
      <a:dk1>
        <a:srgbClr val="0E2B33"/>
      </a:dk1>
      <a:lt1>
        <a:srgbClr val="FFFFFF"/>
      </a:lt1>
      <a:dk2>
        <a:srgbClr val="1B4D57"/>
      </a:dk2>
      <a:lt2>
        <a:srgbClr val="EAF3F3"/>
      </a:lt2>
      <a:accent1>
        <a:srgbClr val="F2A93B"/>
      </a:accent1>
      <a:accent2>
        <a:srgbClr val="1F7A8C"/>
      </a:accent2>
      <a:accent3>
        <a:srgbClr val="C93C20"/>
      </a:accent3>
      <a:accent4>
        <a:srgbClr val="58707A"/>
      </a:accent4>
      <a:accent5>
        <a:srgbClr val="3E7CB1"/>
      </a:accent5>
      <a:accent6>
        <a:srgbClr val="7A4FD6"/>
      </a:accent6>
      <a:hlink>
        <a:srgbClr val="3E7CB1"/>
      </a:hlink>
      <a:folHlink>
        <a:srgbClr val="58707A"/>
      </a:folHlink>
    </a:clrScheme>
    <a:fontScheme name="ControlSystem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Dept. of EEE, NMAMIT, Nitte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Experiment 8: DC Position Control System Using MATLAB/Simulink</dc:title>
  <dc:subject>PptxGenJS Presentation</dc:subject>
  <dc:creator>Dr. Mitesh Astik</dc:creator>
  <cp:lastModifiedBy>Dr. Mitesh Astik</cp:lastModifiedBy>
  <cp:revision>1</cp:revision>
  <dcterms:created xsi:type="dcterms:W3CDTF">2026-10-29T10:05:22Z</dcterms:created>
  <dcterms:modified xsi:type="dcterms:W3CDTF">2026-10-29T10:05:22Z</dcterms:modified>
</cp:coreProperties>
</file>