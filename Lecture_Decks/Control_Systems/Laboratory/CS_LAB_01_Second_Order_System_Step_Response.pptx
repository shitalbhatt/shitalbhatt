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1: Step Response of a Second-Order System" id="{1e2f0587-513f-dcb1-b634-99b81d65fb4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1: Step Response of a Second-Order System",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Obtain the step response for ζ = 0, underdamped, critically damped and overdamped cases. Observe the effect of ζ on overshoot and oscillation. Verify the response with the theoretical expressions.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experiment we study how the damping ratio decides the shape of the step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ωd = ωn√(1 − ζ²) is the damped natural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Simulink version, use a step source, a transfer function block and a scope for each 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the theoretical values. Use ωn t as the time axis in the normalised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measured values from the plots and compare with the formula Mp = exp(−πζ/√(1−ζ²)).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ζ controls overshoot: small ζ → large overshoot. ζ = 1 is the fastest response without overshoot. MATLAB step() gives responses for all four cases. Measured values agree with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What happens to the poles as ζ increases from 0 to 2? Why does the ζ = 0 response not settle? Write the MATLAB commands to get the step response. For ωn = 5 and ζ = 0.5, find tp and 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1: Step Response of a Second-Order System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Obtain the step response for ζ = 0, underdamped, critically damped and overdamped cases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Observe the effect of ζ on overshoot and oscillation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the response with the theoretical expressions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requirements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obtain the step response of a typical second-order system for undamped, underdamped, overdamped and critically damped cases using MATLAB/Simulink.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Software: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MATLAB with the Control System Toolbox (Simulink where required).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Personal computer.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System: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G(s) = ωn²/(s² + 2ζωn s + ωn²), ωn = 5 rad/s.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Theory: damping cases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ζ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Poles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±jωn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Undamped: sustained oscillation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 &lt; ζ &lt;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−ζωn ± jωd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Underdamped: overshoot, decaying oscillation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−ωn (double)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Critically damped: fastest, no 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&gt;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distinct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Overdamped: slow, no 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ωn and the set of ζ values.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TF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tf(wn^2, [1 2*zeta*wn wn^2]).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Simulate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step(sys, t) on a common time axis.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Record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 Mp, tp, ts for the underdamped case; save plots.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Simulink alternative: Step → Transfer Fcn → Scope.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program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 = 5;  zeta = [0 0.3 0.7 1 2];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0:0.01:6;  hold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= 1:length(zeta)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 = tf(wn^2, [1 2*zeta(k)*wn wn^2]);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step(sys, t);  plot(t, y, 'LineWidth', 1.5)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on; xlabel('Time (s)'); ylabel('c(t)')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legend('\zeta=0','0.3','0.7','1','2')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title('Step response of a second-order system')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Expected results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step2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084" y="1188720"/>
            <a:ext cx="501487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0: oscillates between 0 and 2.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0.3: Mp ≈ 37 %.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0.7: Mp ≈ 4.6 %.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1: no overshoot, fastest.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2: slow.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011680"/>
                <a:gridCol w="182880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ζ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Mp (%) measured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Mp (%) theory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ts 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Undamped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37.2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Critical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controls overshoot: small ζ → large overshoot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1 is the fastest response without overshoot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MATLAB step() gives responses for all four cases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Measured values agree with theory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happens to the poles as ζ increases from 0 to 2?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does the ζ = 0 response not settle?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MATLAB commands to get the step response.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For ωn = 5 and ζ = 0.5, find tp and Mp.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1: Step Response of a Second-Order System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