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3 · Full-Wave Bridge Rectifier" id="{65490910-8b46-7c09-956a-97b198bcf5d0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"Full-Wave Bridge Rectifier", part of Unit 3 (Diodes, Transistors and their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Explain the operation of a bridge rectifier. Derive and use Vdc, Idc, Irms, ripple factor and efficiency. Compare half-wave, centre-tap and bridge rectifiers. Solve numericals.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diodes conduct in each half cycle. In both halves the direction of current through the load is the same, so the output is 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ripple is at twice the supply frequency, which makes filtering easier.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half cycles contribute, so the D C values are twice those of the half wave rectifier.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 is twice that of the half wave circuit.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bridge rectifier is the most widely used in power supplies.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sum of two diode resistances plus the load resistance when finding the peak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Bridge: four diodes, two conduct in each half-cycle. Vdc = 2Vm/π, Idc = 2Im/π, ripple 0.482, η max 81.2 %. PIV = Vm for the bridge. No centre tap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Explain the operation of a bridge rectifier with a diagram. Compare half-wave and full-wave rectifiers. A bridge circuit gives 12 V DC (Rf = 0). Find the RMS secondary voltage. Why does the full-wave rectifier have lower ripple?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3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3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Full-Wave Bridge Rectifier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Diodes, Transistors and their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operation of a bridge rectifier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and use Vdc, Idc, Irms, ripple factor and efficiency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Compare half-wave, centre-tap and bridge rectifiers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Solve numericals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Semiconductor diode, diode equivalent circuits, half-wave rectifier, full-wave bridge rectifier. Zener diode and its use in voltage regulation.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Bridge rectifier circuit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pic>
        <p:nvPicPr>
          <p:cNvPr id="6" name="Image 0" descr="bridge_ck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8723"/>
            <a:ext cx="5120640" cy="316039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Four diodes D1–D4 in a bridge.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Positive half-cycle (top terminal +): D2 and D4 conduct; current through RL top → bottom.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Negative half-cycle: D1 and D3 conduct; current through RL again top → bottom.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centre-tapped transformer needed.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Input and output waveforms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pic>
        <p:nvPicPr>
          <p:cNvPr id="6" name="Image 0" descr="fwr_wav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121" y="1188720"/>
            <a:ext cx="4940799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Both half-cycles reach the load.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 = |Vm sin θ|;  output frequency = 2 f.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Vdc = 2Vm/π (dashed line).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Performance equations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37160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 = Vm / (2Rf + RL)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042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two diodes in path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37160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Idc = 2 Im / π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3042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average current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457200" y="27889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Irms = Im / √2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21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RMS current</a:t>
            </a:r>
            <a:endParaRPr lang="en-US" sz="1300" dirty="0"/>
          </a:p>
        </p:txBody>
      </p:sp>
      <p:sp>
        <p:nvSpPr>
          <p:cNvPr id="15" name="Formula"/>
          <p:cNvSpPr/>
          <p:nvPr/>
        </p:nvSpPr>
        <p:spPr>
          <a:xfrm>
            <a:off x="4663440" y="27889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6344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Vdc = 2 Vm / π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721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DC output (Rf = 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Efficiency, ripple and PIV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= 81.2 %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maximum (Rf = 0)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γ = 0.482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ripple factor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 = Vm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each diode (bridge)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Centre-tap full-wave needs PIV = 2Vm and a centre-tapped transformer.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Bridge uses the transformer secondary fully: TUF ≈ 0.81 compared with 0.287 (half-wave).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Rectifier comparison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194560"/>
                <a:gridCol w="2011680"/>
              </a:tblGrid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Parameter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Half-wave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Centre-tap FW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Bridge FW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Diodes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Vdc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Vm/π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2Vm/π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2Vm/π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Ripple factor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0.482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0.482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Efficiency (max)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40.6 %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81.2 %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81.2 %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PIV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2Vm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Output frequency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2f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bridge rectifier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bridge rectifier is fed from 240 V RMS, RL = 480 Ω, each diode Rf = 2 Ω. Find mean load current and power in each diode.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Vm = 240√2 = 339.4 V;  Im = 339.4/(480 + 2 × 2) = 0.701 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Idc = 2Im/π = 0.446 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Each diode conducts on one half-cycle: I(rms, diode) = Im/2 = 0.351 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Pdiode = (Im/2)² Rf = 0.351² × 2</a:t>
            </a:r>
            <a:endParaRPr lang="en-US" sz="18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Idc = 0.446 A,  P(diode) ≈ 0.25 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Bridge: four diodes, two conduct in each half-cycle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Vdc = 2Vm/π, Idc = 2Im/π, ripple 0.482, η max 81.2 %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PIV = Vm for the bridge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No centre tap required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the operation of a bridge rectifier with a diagram.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Compare half-wave and full-wave rectifiers.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bridge circuit gives 12 V DC (Rf = 0). Find the RMS secondary voltage.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does the full-wave rectifier have lower ripple?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Full-Wave Bridge Rectifier</dc:title>
  <dc:subject>PptxGenJS Presentation</dc:subject>
  <dc:creator>Dr. Mitesh Astik</dc:creator>
  <cp:lastModifiedBy>Dr. Mitesh Astik</cp:lastModifiedBy>
  <cp:revision>1</cp:revision>
  <dcterms:created xsi:type="dcterms:W3CDTF">2026-10-29T10:05:50Z</dcterms:created>
  <dcterms:modified xsi:type="dcterms:W3CDTF">2026-10-29T10:05:50Z</dcterms:modified>
</cp:coreProperties>
</file>