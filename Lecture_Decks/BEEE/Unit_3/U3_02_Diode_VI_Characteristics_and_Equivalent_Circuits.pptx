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3 · Diode V-I Characteristics and Equivalent Circuits" id="{fd06920e-e91c-c626-8e0b-abe09072882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"Diode V-I Characteristics and Equivalent Circuits", part of Unit 3 (Diodes, Transistors and their Applications) of Basic Electrical and Electronics Engineering.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Sketch and explain the V-I characteristic of a silicon diode. Use the diode current equation. Draw ideal, constant-voltage and piecewise-linear equivalent circuits. Analyse simple diode circuits.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diode conducts easily in the forward direction when the anode is 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zero is the reverse saturation current, V T is the volt equivalent of temperature.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Silicon is far more common because of its low leakage and temperature stability.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the device is replaced by its equivalent circuit, the network can be solved by traditional methods.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ideal model would give twelve milliamps; the constant voltage model is more accurate.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forward resistance is added to the circuit resistance.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Silicon knee ≈ 0.7 V; Germanium ≈ 0.3 V. I = I0 (e^(V/ηVT) − 1). Equivalent circuits: ideal, constant-voltage, piecewise-linear. Forward current limited by the series resistor.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Sketch the V-I curve of a silicon diode, marking knee and breakdown. Find the current with 5 V, 470 Ω and a silicon diode. Write the diode current equation and define each term. What is VT at 27 °C?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Basic Electrical and Electronics Engineering · Unit 3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3  ·  9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Diode V-I Characteristics and Equivalent Circuits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E0EE"/>
                </a:solidFill>
              </a:rPr>
              <a:t>Diodes, Transistors and their Applications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Basic Electrical and Electronics Engineering  (EEE103)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Sketch and explain the V-I characteristic of a silicon diode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Use the diode current equation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Draw ideal, constant-voltage and piecewise-linear equivalent circuits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Analyse simple diode circuits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Semiconductor diode, diode equivalent circuits, half-wave rectifier, full-wave bridge rectifier. Zener diode and its use in voltage regulation.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V-I characteristic of the silicon diode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pic>
        <p:nvPicPr>
          <p:cNvPr id="6" name="Image 0" descr="vi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755" y="1143000"/>
            <a:ext cx="5978490" cy="2148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Forward: current negligible until the knee (≈ 0.7 V), then rises rapidly.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Reverse: tiny saturation current I0 up to the breakdown voltage.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Breakdown: large reverse current; the right plot shows the Zener case.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Diode current equation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18872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188720"/>
            <a:ext cx="402336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= I0 (e^(V/ηVT) − 1)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299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Shockley equation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4663440" y="118872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663440" y="1188720"/>
            <a:ext cx="402336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VT = kT/q ≈ 26 mV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20299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at 300 K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560320"/>
            <a:ext cx="8229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I0 = reverse saturation current (nA–µA), η = 1 (Ge) to 2 (Si).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Forward (V ≫ VT): I ≈ I0 e^(V/ηVT), exponential.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Reverse (V negative): I ≈ −I0.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Silicon versus germanium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560320"/>
                <a:gridCol w="2560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Property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Silicon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Germanium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Cut-in (knee) voltage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0.7 V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0.3 V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Reverse saturation current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µA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Temperature stability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Good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Poor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Max. junction temperature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≈ 150 °C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≈ 75 °C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Equivalent circuits of a forward-biased diode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188720"/>
            <a:ext cx="2621280" cy="269748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Ideal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45920"/>
            <a:ext cx="234696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 switch with zero drop: V = 0 when ON, open when OFF.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3261360" y="1188720"/>
            <a:ext cx="2621280" cy="269748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9852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Constant voltage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98520" y="1645920"/>
            <a:ext cx="234696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Ideal diode in series with a battery of 0.7 V (Si).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6065520" y="1188720"/>
            <a:ext cx="2621280" cy="269748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0268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Piecewise linear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02680" y="1645920"/>
            <a:ext cx="234696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Battery Vγ in series with forward resistance rf: V = Vγ + If rf.</a:t>
            </a:r>
            <a:endParaRPr lang="en-US" sz="2000" dirty="0"/>
          </a:p>
        </p:txBody>
      </p:sp>
      <p:sp>
        <p:nvSpPr>
          <p:cNvPr id="15" name="Highlight strip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Replace the diode by its equivalent circuit and use ordinary circuit analysis.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diode in series with a resistor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silicon diode is in series with 1 kΩ across a 12 V DC source (forward). Find the current using the constant-voltage model, and the power in the diode.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VD = 0.7 V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 = (12 − 0.7)/1000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PD = VD × I = 0.7 × 11.3 mA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I = 11.3 mA,  PD = 7.9 mW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piecewise-linear model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Diode with Vγ = 0.7 V and rf = 10 Ω in series with R = 90 Ω across 10 V. Find the current.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Total resistance = 90 + 10 = 100 Ω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 = (10 − 0.7)/100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I = 93 mA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Silicon knee ≈ 0.7 V; Germanium ≈ 0.3 V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 = I0 (e^(V/ηVT) − 1)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Equivalent circuits: ideal, constant-voltage, piecewise-linear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Forward current limited by the series resistor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Sketch the V-I curve of a silicon diode, marking knee and breakdown.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Find the current with 5 V, 470 Ω and a silicon diode.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Write the diode current equation and define each term.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What is VT at 27 °C?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EE">
  <a:themeElements>
    <a:clrScheme name="BEEE">
      <a:dk1>
        <a:srgbClr val="0B1F3A"/>
      </a:dk1>
      <a:lt1>
        <a:srgbClr val="FFFFFF"/>
      </a:lt1>
      <a:dk2>
        <a:srgbClr val="16396B"/>
      </a:dk2>
      <a:lt2>
        <a:srgbClr val="EDF2F8"/>
      </a:lt2>
      <a:accent1>
        <a:srgbClr val="F5A623"/>
      </a:accent1>
      <a:accent2>
        <a:srgbClr val="14777B"/>
      </a:accent2>
      <a:accent3>
        <a:srgbClr val="C93C20"/>
      </a:accent3>
      <a:accent4>
        <a:srgbClr val="5B6B7F"/>
      </a:accent4>
      <a:accent5>
        <a:srgbClr val="3E7CB1"/>
      </a:accent5>
      <a:accent6>
        <a:srgbClr val="7A4FD6"/>
      </a:accent6>
      <a:hlink>
        <a:srgbClr val="3E7CB1"/>
      </a:hlink>
      <a:folHlink>
        <a:srgbClr val="5B6B7F"/>
      </a:folHlink>
    </a:clrScheme>
    <a:fontScheme name="BEE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Diode V-I Characteristics and Equivalent Circuits</dc:title>
  <dc:subject>PptxGenJS Presentation</dc:subject>
  <dc:creator>Dr. Mitesh Astik</dc:creator>
  <cp:lastModifiedBy>Dr. Mitesh Astik</cp:lastModifiedBy>
  <cp:revision>1</cp:revision>
  <dcterms:created xsi:type="dcterms:W3CDTF">2026-10-29T10:05:21Z</dcterms:created>
  <dcterms:modified xsi:type="dcterms:W3CDTF">2026-10-29T10:05:21Z</dcterms:modified>
</cp:coreProperties>
</file>