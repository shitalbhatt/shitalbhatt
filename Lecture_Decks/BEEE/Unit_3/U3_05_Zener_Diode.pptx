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3 · Zener Diode: Construction and Characteristics" id="{4374c127-fe46-c3c0-c80c-89d0263d313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"Zener Diode: Construction and Characteristics", part of Unit 3 (Diodes, Transistors and their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the Zener diode and its symbol. Explain Zener and avalanche breakdown. Interpret the V-I characteristic. Compare Zener and ordinary PN diodes.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 conventional diode, the Zener diode is intended to be operated in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types are loosely called Zener diodes. A series current limiting resistor is always needed to avoid overheating.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Zener voltage depends on the amount of doping.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Zener is simply a PN diode optimised for breakdown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rating limits the maximum Zener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Zener = heavily doped diode used in reverse breakdown. Zener effect below ≈ 5 V; avalanche above ≈ 8 V. Output voltage ≈ VZ over a wide current range. A series resistor is always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Zener and avalanche breakdown. A 6.8 V, 1 W Zener: find IZmax. Compare a Zener and a PN diode. Why is the Zener diode heavily doped?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3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3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Zener Diode: Construction and Characteristics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Diodes, Transistors and their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the Zener diode and its symbol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Zener and avalanche breakdown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Interpret the V-I characteristic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Zener and ordinary PN diodes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Semiconductor diode, diode equivalent circuits, half-wave rectifier, full-wave bridge rectifier. Zener diode and its use in voltage regulation.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Zener diode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Definition: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heavily doped PN junction designed to operate in the reverse breakdown region.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Forward bias: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behaves like an ordinary silicon diode.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Reverse bias: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blocks until VZ, then conducts heavily while the voltage stays almost constant.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Symbol: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diode with a bent cathode bar (Z shape).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VZ: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set by doping level; commercial range ≈ 2.4 V to 200 V.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Breakdown mechanisms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Zener breakdown (VZ &lt; 5 V)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Heavy doping makes the depletion region very thin. A field of about 3×10⁵ V/cm pulls electrons from covalent bonds. VZ decreases as temperature rises.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Avalanche breakdown (VZ &gt; 8 V)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Minority carriers accelerate and collide with atoms, creating electron–hole pairs in a cumulative multiplication. VZ increases with temperature.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Between 5 V and 8 V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Both mechanisms act; temperature coefficient nearly zero.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V-I characteristic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vi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755" y="1143000"/>
            <a:ext cx="597849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Forward: like a silicon diode (0.7 V).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Reverse: tiny leakage until VZ.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Breakdown: current rises sharply; voltage nearly constant at VZ.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Operate between IZmin (knee) and IZmax (power limit).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Zener diode versus ordinary PN diode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PN diode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Zener diode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Doping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Light to moderate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Heavy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Depletion region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Wide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Narrow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Reverse operation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Avoided (damage)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Intended region of use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Breakdown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High, destructive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Sharp, reversible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Rectification, switching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Regulation, reference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Specifications and applications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Key ratings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VZ (nominal), IZmin, IZmax, power rating PZ = VZ IZmax (0.25 W–5 W), dynamic resistance rz.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Applications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Voltage regulation, reference voltage source, over-voltage protection, clipping and wave shaping.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Maximum current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IZmax = PZ / VZ,  e.g. 2 W, 5 V → 0.4 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Zener = heavily doped diode used in reverse breakdown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Zener effect below ≈ 5 V; avalanche above ≈ 8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voltage ≈ VZ over a wide current range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series resistor is always needed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Zener and avalanche breakdown.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6.8 V, 1 W Zener: find IZmax.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a Zener and a PN diode.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the Zener diode heavily doped?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Zener Diode: Construction and Characteristics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