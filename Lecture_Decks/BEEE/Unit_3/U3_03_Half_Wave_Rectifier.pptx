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3 · Half-Wave Rectifier" id="{dbb64e72-0ef5-36a2-a0d4-764e7ed6633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"Half-Wave Rectifier", part of Unit 3 (Diodes, Transistors and their Applications)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Explain the operation of the half-wave rectifier. Derive Vdc, Idc, Irms, ripple factor and efficiency. State the peak inverse voltage. Solve numericals.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half wave rectifier allows one half of the AC voltage signal and blocks the other 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output contains a DC component plus harmonics (ripple).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follow from averaging and R M S over one full cycle with zero output for the negative 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forty point six percent of the A C input power is converted to D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result agrees with the theoretical maximum of forty point six percent.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Half wave rectifiers are simple but waste half of the input waveform.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Conducts only during positive half-cycles. Vdc = Vm/π, Idc = Im/π, Irms = Im/2. η max = 40.6 %, ripple factor = 1.21. PIV = 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Derive Idc and Irms for a half-wave rectifier. Vm = 50 V, RL = 1 kΩ, Rf = 0. Find Vdc and Irms. Why is the ripple factor high for a half-wave rectifier? What is the PIV rating needed for 230 V RMS input?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3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3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Half-Wave Rectifier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Diodes, Transistors and their Applications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the operation of the half-wave rectifier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Derive Vdc, Idc, Irms, ripple factor and efficiency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State the peak inverse voltage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Solve numericals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Semiconductor diode, diode equivalent circuits, half-wave rectifier, full-wave bridge rectifier. Zener diode and its use in voltage regulation.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Circuit and operation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pic>
        <p:nvPicPr>
          <p:cNvPr id="6" name="Image 0" descr="hwr_ckt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4184"/>
            <a:ext cx="5120640" cy="298947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Single diode D in series with load RL.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Positive half-cycle: D forward biased, current flows through RL.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Negative half-cycle: D reverse biased, no current.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Output is a pulsating DC with only positive half-cycles.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Input and output waveforms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pic>
        <p:nvPicPr>
          <p:cNvPr id="6" name="Image 0" descr="hwr_wave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121" y="1188720"/>
            <a:ext cx="4940799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vo = Vm sin θ for 0 &lt; θ &lt; π, zero otherwise.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Output frequency equals input frequency.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Dashed line: average (DC) value Vdc = Vm/π.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Performance equations (Rf = diode resistance)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37160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37160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 = Vm / (Rf + RL)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3042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peak current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4663440" y="137160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63440" y="137160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Idc = Im / π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3042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average current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457200" y="27889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7200" y="278892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Irms = Im / 2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7216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RMS current</a:t>
            </a:r>
            <a:endParaRPr lang="en-US" sz="1300" dirty="0"/>
          </a:p>
        </p:txBody>
      </p:sp>
      <p:sp>
        <p:nvSpPr>
          <p:cNvPr id="15" name="Formula"/>
          <p:cNvSpPr/>
          <p:nvPr/>
        </p:nvSpPr>
        <p:spPr>
          <a:xfrm>
            <a:off x="4663440" y="27889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663440" y="278892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Vdc = Idc RL = Im RL / π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37216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DC output voltage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Efficiency, ripple and PIV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= Pdc/Pac = 40.6 %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maximum (Rf = 0)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326136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6136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= √((Irms/Idc)² − 1) = 1.21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26136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ripple factor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606552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6552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 = Vm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06552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peak inverse voltage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Pdc = Idc² RL;  Pac = Irms² (Rf + RL).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Ripple factor 1.21 means ripple exceeds the DC value: poor DC quality.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Transformer utilisation factor is only 0.287.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half-wave rectifier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Secondary voltage 20 V RMS, 50 Hz, RL = 100 Ω, diode ideal (Rf = 0). Find peak, DC and RMS current, power and efficiency.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Vm = 20√2 = 28.28 V;  Im = 28.28/100 = 0.283 A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Idc = Im/π = 90.0 mA;  Irms = Im/2 = 141.4 mA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Pdc = Idc² RL = 0.81 W;  Pac = Irms² RL = 2.0 W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η = 0.81/2.0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Idc = 90 mA, η ≈ 40.5 %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Applications and limitations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Used in: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low-power circuits, simple battery chargers, AM demodulation, peak detectors.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Drawbacks: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high ripple, low efficiency, DC component saturates the transformer core.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Improvement: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add a filter capacitor, or use a full-wave rectifier.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Conducts only during positive half-cycles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Vdc = Vm/π, Idc = Im/π, Irms = Im/2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η max = 40.6 %, ripple factor = 1.21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PIV = Vm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Derive Idc and Irms for a half-wave rectifier.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Vm = 50 V, RL = 1 kΩ, Rf = 0. Find Vdc and Irms.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is the ripple factor high for a half-wave rectifier?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What is the PIV rating needed for 230 V RMS input?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Half-Wave Rectifier</dc:title>
  <dc:subject>PptxGenJS Presentation</dc:subject>
  <dc:creator>Dr. Mitesh Astik</dc:creator>
  <cp:lastModifiedBy>Dr. Mitesh Astik</cp:lastModifiedBy>
  <cp:revision>1</cp:revision>
  <dcterms:created xsi:type="dcterms:W3CDTF">2026-10-29T10:05:21Z</dcterms:created>
  <dcterms:modified xsi:type="dcterms:W3CDTF">2026-10-29T10:05:21Z</dcterms:modified>
</cp:coreProperties>
</file>