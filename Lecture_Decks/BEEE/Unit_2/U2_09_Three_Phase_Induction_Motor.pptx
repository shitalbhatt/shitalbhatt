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Three-Phase Induction Motor: Principle, Construction and Types" id="{b41c3ff1-ce1e-9488-140a-553ba97e553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"Three-Phase Induction Motor: Principle, Construction and Types", part of Unit 2 (Transformers and Electrical Machines)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stator and rotor construction. Distinguish squirrel-cage and wound (slip-ring) rotors. Explain the principle of operation and slip. Solve numericals on slip and rotor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phase induction motor is the workhorse of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stator and rotor are separated by a small air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motor with the cage rotor is the squirrel cage induction motor; with the wound rotor, slip ring induction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Wound rotor motors allow speed control and high starting torque by adding rotor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rotor reached synchronous speed there would be no relative motion and no torque.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rotor with higher resistance has a larger starting torque but lower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standstill the rotor frequency equals the supply frequency; at full load it is only a few hertz.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Stator: 3-phase winding; rotor: squirrel cage or wound. Rotating field induces rotor current; torque follows Lenz's law. Slip s = (Ns − N)/Ns; N = Ns(1 − s); fr = s f. Wound rotor allows added resistance for high starting torque.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Compare squirrel-cage and slip-ring induction motors. A 6-pole, 50 Hz motor runs at 960 rpm. Find slip. Why can the rotor never reach synchronous speed? What is the rotor frequency at standstill?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Three-Phase Induction Motor: Principle, Construction and Types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Transformers and Electrical Machines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stator and rotor construction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Distinguish squirrel-cage and wound (slip-ring) rotors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principle of operation and slip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 on slip and rotor frequency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Three-phase induction motor: concept of rotating magnetic field, principle of operation, constructional features of motor, types: squirrel cage and wound rotor.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the induction motor?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Most widely used AC motor: ~50 % of industrial electric power.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Robust, simple, low cost, self-starting, little maintenance.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electrical connection to the rotor in the squirrel-cage type.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Constant-speed type: speed falls only 2–5 % from no load to full load.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Construction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Hollow cylinder of laminated silicon steel with slots; balanced three-phase winding in star or delta; frame.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Rotor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Laminated cylindrical core on the shaft with slots; squirrel-cage bars or three-phase winding.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Air gap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Very small (0.3–1 mm) to keep magnetising current low.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Rotor types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rotors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289" y="1143000"/>
            <a:ext cx="4693422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Squirrel cage: aluminium/copper bars short-circuited by end rings.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Wound rotor: three-phase winding (star) brought out to slip rings; external resistance can be added.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Squirrel cage versus slip ring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Squirrel cage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Slip ring (wound rotor)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Bars + end rings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3-phase winding, slip rings, brushes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External resistance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possible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Possible: high starting torque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Starting torque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Low–moderate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Cost / maintenance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/ very little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Higher / brushes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Applications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Pumps, fans, machine tools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Cranes, hoists, crushers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Principle of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Rotating field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Stator currents produce a field of 1.5 φm rotating at Ns.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EMF induced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field cuts rotor conductors: Faraday's law induces an EMF.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Rotor current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Short-circuited rotor carries current; by Lenz's law it opposes the relative motion.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Torque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Rotor is dragged in the direction of the field but never reaches Ns.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Slip s = (Ns − N)/Ns.   Rotor speed N = Ns (1 − s).   Rotor frequency fr = s 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Torque–slip characteristic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torque_slip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774" y="1188720"/>
            <a:ext cx="454949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Starting torque at s = 1.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Maximum torque at about s = 0.15–0.25.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Full-load slip 2–5 %: stable operation on the right.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slip and rotor frequency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4-pole, 50 Hz induction motor runs at 1440 rpm. Find Ns, slip, and rotor frequency.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Ns = 120 f/P = 120 × 50/4 = 1500 rpm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 = (Ns − N)/Ns = (1500 − 1440)/1500 = 0.04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fr = s f = 0.04 × 50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Ns = 1500 rpm, s = 4 %, fr = 2 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Stator: 3-phase winding; rotor: squirrel cage or wound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Rotating field induces rotor current; torque follows Lenz's law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Slip s = (Ns − N)/Ns; N = Ns(1 − s); fr = s f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Wound rotor allows added resistance for high starting torque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squirrel-cage and slip-ring induction motors.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6-pole, 50 Hz motor runs at 960 rpm. Find slip.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can the rotor never reach synchronous speed?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rotor frequency at standstill?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Three-Phase Induction Motor: Principle, Construction and Types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