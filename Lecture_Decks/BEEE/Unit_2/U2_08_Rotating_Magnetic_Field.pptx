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Concept of Rotating Magnetic Field" id="{9fdbaa43-02c2-a8a4-7a5a-c5ca7c6e0b0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"Concept of Rotating Magnetic Field", part of Unit 2 (Transformers and Electrical Machines)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Explain how three-phase currents set up a rotating field. Show that the resultant flux has constant magnitude 1.5φm. Calculate synchronous speed. State how to reverse the direction of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balanced three-phase supply sets up three alternating fluxes displaced in space by one hundred twenty degrees.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resultant flux has a constant magnitude of one point five times the maximum flux of one phase, and it rotates.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speed of the rotating field is called the synchronous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poles means lower speed for the same supply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phase supply only produces a pulsating field with no starting torque, which is why three-phase motors are self-starting.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Three coils 120° apart + three-phase supply → rotating field. Resultant magnitude = 1.5 φm, speed Ns = 120f/P. Interchanging two leads reverses rotation. The rotating field makes the induction motor self-starting.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Show that the resultant of three fluxes is 1.5φm at ωt = 60°. Find the synchronous speed of a 6-pole, 50 Hz motor. How do you reverse the direction of an induction motor? Why is a single-phase stator winding not self-starting?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of Rotating Magnetic Field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Transformers and Electrical Machines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how three-phase currents set up a rotating field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Show that the resultant flux has constant magnitude 1.5φm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Calculate synchronous speed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 how to reverse the direction of rotation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Three-phase induction motor: concept of rotating magnetic field, principle of operation, constructional features of motor, types: squirrel cage and wound rotor.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Stator winding and three fluxes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Three identical coils placed 120° apart in space.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Fed from a balanced three-phase supply (120° apart in time).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φR = φm sin ωt,  φY = φm sin(ωt − 120°),  φB = φm sin(ωt − 240°).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Each flux is pulsating along its own axis; their vector sum is what matters.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Resultant flux at successive instants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rmf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585" y="1143000"/>
            <a:ext cx="6356829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At ωt = 0: φR = 0, φY = −0.866φm, φB = +0.866φm → φT = 1.5φm.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At 60°: resultant has turned 60°, magnitude still 1.5φm.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At 120°: turned 120°.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After 360° it completes one revolution (for 2 poles).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Synchronous speed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 = 120 f / P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rpm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φT = 1.5 φm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constant amplitude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 = supply frequency (Hz), P = number of poles.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4 poles, 50 Hz: Ns = 1500 rpm;  2 poles: 3000 rpm;  6 poles: 1000 rpm;  8 poles: 750 rpm.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Direction reverses if any two supply leads are interchanged (phase sequence reversed).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Synchronous speeds at 50 Hz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Poles 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Ns (rpm)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750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Ns = 120 f / P is independent of the load.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Why it matters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rotating field replaces the mechanical motion of a magnet.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conductor in this field sees relative motion and has an EMF induced.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slip rings or commutator are needed on the stator.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Makes the three-phase induction motor self-starting.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Three coils 120° apart + three-phase supply → rotating field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Resultant magnitude = 1.5 φm, speed Ns = 120f/P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Interchanging two leads reverses rotation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rotating field makes the induction motor self-starting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Show that the resultant of three fluxes is 1.5φm at ωt = 60°.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synchronous speed of a 6-pole, 50 Hz motor.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How do you reverse the direction of an induction motor?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a single-phase stator winding not self-starting?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 of Rotating Magnetic Field</dc:title>
  <dc:subject>PptxGenJS Presentation</dc:subject>
  <dc:creator>Dr. Mitesh Astik</dc:creator>
  <cp:lastModifiedBy>Dr. Mitesh Astik</cp:lastModifiedBy>
  <cp:revision>1</cp:revision>
  <dcterms:created xsi:type="dcterms:W3CDTF">2026-10-29T10:05:20Z</dcterms:created>
  <dcterms:modified xsi:type="dcterms:W3CDTF">2026-10-29T10:05:20Z</dcterms:modified>
</cp:coreProperties>
</file>