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it 2 · Speed Control of a DC Shunt Motor (Armature and Field)" id="{20bbfbef-9761-9489-172c-d0ec22f1c7b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 this session we study "Speed Control of a DC Shunt Motor (Armature and Field)", part of Unit 2 (Transformers and Electrical Machines) of Basic Electrical and Electronics Engineering.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By the end of this topic you should be able to do the following. Derive the speed equation of a DC motor. Explain armature resistance control. Explain field (flux) control. Compare the two methods and solve numericals.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back emf equation we see speed is directly related to the armature voltage and inversely related to the flux.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resistance in the armature circuit lowers the armature voltage and hence the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Field control is more efficient but only raises speed.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Never open the field circuit of a running shunt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Speed is proportional to back emf for a constant flux.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practice Eb changes slightly because Ia rises when the flux is reduced, but the estimate is a good first approximation.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summarise this topic. N = (V − Ia Ra)/(Kφ). Armature resistance control lowers speed; inefficient. Field control raises speed; efficient, small field current. Never open the shunt field of a running motor.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Attempt these on your own, then check your working against your notes and textbook. Explain how the speed of a DC shunt motor is varied by field control. Why is armature resistance control inefficient? A shunt motor at 1200 rpm: flux reduced by 20 %. Estimate new speed. Compare the two methods in a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Basic Electrical and Electronics Engineering · Unit 2 · Dr. Mitesh Astik, NMAMIT Nitte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 circle"/>
          <p:cNvSpPr/>
          <p:nvPr/>
        </p:nvSpPr>
        <p:spPr>
          <a:xfrm>
            <a:off x="6858000" y="82296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325880"/>
            <a:ext cx="731520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822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chemeClr val="accent1"/>
                </a:solidFill>
              </a:rPr>
              <a:t>UNIT 2  ·  9 hours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28016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Control of a DC Shunt Motor (Armature and Field)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9260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5E0EE"/>
                </a:solidFill>
              </a:rPr>
              <a:t>Transformers and Electrical Machines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Basic Electrical and Electronics Engineering  (EEE103)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Dr. Mitesh Astik · Dept. of Electrical and Electronics Engineering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5E0EE"/>
                </a:solidFill>
              </a:rPr>
              <a:t>NMAM Institute of Technology, Nitte · 2025-26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Learning objectives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Derive the speed equation of a DC motor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armature resistance control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Explain field (flux) control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Compare the two methods and solve numericals</a:t>
            </a:r>
            <a:endParaRPr lang="en-US" sz="2200" dirty="0"/>
          </a:p>
        </p:txBody>
      </p:sp>
      <p:sp>
        <p:nvSpPr>
          <p:cNvPr id="7" name="Card"/>
          <p:cNvSpPr/>
          <p:nvPr/>
        </p:nvSpPr>
        <p:spPr>
          <a:xfrm>
            <a:off x="5577840" y="1188720"/>
            <a:ext cx="3108960" cy="338328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0" y="12618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Syllabus context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645920"/>
            <a:ext cx="2834640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DC Motor: principle of operation, back EMF and its significance, torque equation, characteristics and speed control (armature and field) of DC shunt motor.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Speed equation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Formula"/>
          <p:cNvSpPr/>
          <p:nvPr/>
        </p:nvSpPr>
        <p:spPr>
          <a:xfrm>
            <a:off x="45720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45720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= (V − Ia Ra) / (K φ)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K = ZP/60A (constant)</a:t>
            </a:r>
            <a:endParaRPr lang="en-US" sz="1300" dirty="0"/>
          </a:p>
        </p:txBody>
      </p:sp>
      <p:sp>
        <p:nvSpPr>
          <p:cNvPr id="9" name="Formula"/>
          <p:cNvSpPr/>
          <p:nvPr/>
        </p:nvSpPr>
        <p:spPr>
          <a:xfrm>
            <a:off x="4663440" y="1188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63440" y="1188720"/>
            <a:ext cx="402336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∝ Eb / φ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663440" y="202996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i="1" dirty="0">
                <a:solidFill>
                  <a:schemeClr val="accent4"/>
                </a:solidFill>
              </a:rPr>
              <a:t>approximately N ∝ 1/φ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2560320"/>
            <a:ext cx="8229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Speed can be varied by changing: V, Ra (armature circuit), or φ (field).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Syllabus methods: armature resistance control and field flux control.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Armature resistance control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pic>
        <p:nvPicPr>
          <p:cNvPr id="6" name="Image 0" descr="speed_ctrl fig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654" y="1143000"/>
            <a:ext cx="5988692" cy="21488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Variable resistance Rext in series with the armature.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Field is across the supply, so flux is unchanged.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4663440" y="3429000"/>
            <a:ext cx="4023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Ia Ra drop increases → Eb falls → speed falls.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Speed can be reduced below normal only.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Armature resistance versus field control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Compare card"/>
          <p:cNvSpPr/>
          <p:nvPr/>
        </p:nvSpPr>
        <p:spPr>
          <a:xfrm>
            <a:off x="45720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7" name="Compare header"/>
          <p:cNvSpPr/>
          <p:nvPr/>
        </p:nvSpPr>
        <p:spPr>
          <a:xfrm>
            <a:off x="45720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tx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Armature resistance control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Speed below rated value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Speed falls with load (poor regulation)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Large I²R loss in Rext, so inefficient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Used for short-time duty or small motors</a:t>
            </a:r>
            <a:endParaRPr lang="en-US" sz="2000" dirty="0"/>
          </a:p>
        </p:txBody>
      </p:sp>
      <p:sp>
        <p:nvSpPr>
          <p:cNvPr id="10" name="Compare card"/>
          <p:cNvSpPr/>
          <p:nvPr/>
        </p:nvSpPr>
        <p:spPr>
          <a:xfrm>
            <a:off x="4663440" y="1188720"/>
            <a:ext cx="402336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/>
        </p:spPr>
      </p:sp>
      <p:sp>
        <p:nvSpPr>
          <p:cNvPr id="11" name="Compare header"/>
          <p:cNvSpPr/>
          <p:nvPr/>
        </p:nvSpPr>
        <p:spPr>
          <a:xfrm>
            <a:off x="4663440" y="1188720"/>
            <a:ext cx="4023360" cy="502920"/>
          </a:xfrm>
          <a:prstGeom prst="roundRect">
            <a:avLst>
              <a:gd name="adj" fmla="val 14545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00600" y="11887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Field (flux) control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800600" y="1828800"/>
            <a:ext cx="3749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Speed above rated value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Rheostat in shunt field circuit; weaker flux gives higher speed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Small field current, so very low loss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Limit: very weak field harms commutation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Field control in detail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Rheostat Rc in series with the shunt field.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Increase Rc → Ish falls → φ falls → N rises (N ∝ 1/φ).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Armature current rises when flux is reduced (torque requirement constant: Ta ∝ φ Ia).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Speed range is limited, typically up to 2:1.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Field-open danger: φ residual only → speed runaway; use field failure protection.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armature resistance control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 220 V shunt motor, Ra = 0.5 Ω, runs at 1000 rpm with Ia = 20 A. A 2.5 Ω resistance is inserted in series with the armature, load torque constant. Find the new speed.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Constant torque, constant φ → Ia = 20 A unchanged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Eb1 = 220 − 20 × 0.5 = 210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Eb2 = 220 − 20 × (0.5 + 2.5) = 160 V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N2 = N1 × Eb2/Eb1 = 1000 × 160/210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N2 = 762 rpm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Numerical: field control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Problem"/>
          <p:cNvSpPr/>
          <p:nvPr/>
        </p:nvSpPr>
        <p:spPr>
          <a:xfrm>
            <a:off x="457200" y="114300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0080" y="114300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Problem  </a:t>
            </a:r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Same motor. The field flux is reduced by 10 % while Eb stays nearly the same. Estimate the new speed.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 ∝ Eb/φ;  Eb ≈ constant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N2 = N1 × (φ1/φ2) = 1000/0.9</a:t>
            </a:r>
            <a:endParaRPr lang="en-US" sz="2200" dirty="0"/>
          </a:p>
        </p:txBody>
      </p:sp>
      <p:sp>
        <p:nvSpPr>
          <p:cNvPr id="9" name="Answer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Answer:  N2 ≈ 1111 rpm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 = (V − Ia Ra)/(Kφ)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Armature resistance control lowers speed; inefficient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Field control raises speed; efficient, small field current</a:t>
            </a:r>
            <a:endParaRPr lang="en-US" sz="2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Never open the shunt field of a running motor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118872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Practice questions</a:t>
            </a:r>
            <a:endParaRPr lang="en-US" sz="2800" dirty="0"/>
          </a:p>
        </p:txBody>
      </p:sp>
      <p:sp>
        <p:nvSpPr>
          <p:cNvPr id="3" name="Unit badge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U2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188720"/>
            <a:ext cx="82296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Q1.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Explain how the speed of a DC shunt motor is varied by field control.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Q2.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Why is armature resistance control inefficient?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Q3.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A shunt motor at 1200 rpm: flux reduced by 20 %. Estimate new speed.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b="1" dirty="0">
                <a:solidFill>
                  <a:schemeClr val="tx2"/>
                </a:solidFill>
              </a:rPr>
              <a:t>Q4. </a:t>
            </a:r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chemeClr val="tx1"/>
                </a:solidFill>
              </a:rPr>
              <a:t>Compare the two methods in a table.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EE">
  <a:themeElements>
    <a:clrScheme name="BEEE">
      <a:dk1>
        <a:srgbClr val="0B1F3A"/>
      </a:dk1>
      <a:lt1>
        <a:srgbClr val="FFFFFF"/>
      </a:lt1>
      <a:dk2>
        <a:srgbClr val="16396B"/>
      </a:dk2>
      <a:lt2>
        <a:srgbClr val="EDF2F8"/>
      </a:lt2>
      <a:accent1>
        <a:srgbClr val="F5A623"/>
      </a:accent1>
      <a:accent2>
        <a:srgbClr val="14777B"/>
      </a:accent2>
      <a:accent3>
        <a:srgbClr val="C93C20"/>
      </a:accent3>
      <a:accent4>
        <a:srgbClr val="5B6B7F"/>
      </a:accent4>
      <a:accent5>
        <a:srgbClr val="3E7CB1"/>
      </a:accent5>
      <a:accent6>
        <a:srgbClr val="7A4FD6"/>
      </a:accent6>
      <a:hlink>
        <a:srgbClr val="3E7CB1"/>
      </a:hlink>
      <a:folHlink>
        <a:srgbClr val="5B6B7F"/>
      </a:folHlink>
    </a:clrScheme>
    <a:fontScheme name="BEE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Dept. of EEE, NMAMIT, Nitte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Speed Control of a DC Shunt Motor (Armature and Field)</dc:title>
  <dc:subject>PptxGenJS Presentation</dc:subject>
  <dc:creator>Dr. Mitesh Astik</dc:creator>
  <cp:lastModifiedBy>Dr. Mitesh Astik</cp:lastModifiedBy>
  <cp:revision>1</cp:revision>
  <dcterms:created xsi:type="dcterms:W3CDTF">2026-10-29T10:05:20Z</dcterms:created>
  <dcterms:modified xsi:type="dcterms:W3CDTF">2026-10-29T10:05:20Z</dcterms:modified>
</cp:coreProperties>
</file>