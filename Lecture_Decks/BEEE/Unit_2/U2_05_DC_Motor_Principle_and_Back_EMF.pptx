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DC Motor: Principle of Operation and Back EMF" id="{b6cbb649-95f7-f5b0-f748-f43b263277d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"DC Motor: Principle of Operation and Back EMF", part of Unit 2 (Transformers and Electrical Machines)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the construction of a DC machine. Explain the principle of the DC motor (Fleming's left-hand rule). Derive the voltage equation and explain back EMF. Explain the significance of back EMF, including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DC generator and a DC motor are physically the same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Whenever a current carrying conductor is placed in a magnetic field it experiences a force. Coil sides A and B experience opposite forces, producing torque.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voltage applied to a motor must overcome the back emf and supply the armature resistance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Multiplying the voltage equation by I a shows how the input power is divided.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back emf the armature current would be limited only by the tiny armature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shunt field current is small compared with the armature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Motor action: current-carrying conductor in a field experiences a force (Fleming's left hand). V = Eb + Ia Ra;  Eb = ZNφP/60A. Eb Ia = mechanical power developed. Back EMF limits armature current; a starter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Why is a starter necessary for a DC motor? A 240 V motor has Ra = 0.5 Ω and Ia = 20 A. Find Eb and mechanical power. State Fleming's left-hand rule. How does back EMF make a DC motor self-regulating?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Motor: Principle of Operation and Back EMF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Transformers and Electrical Machines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construction of a DC machine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principle of the DC motor (Fleming's left-hand rule)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voltage equation and explain back EMF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significance of back EMF, including starting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DC Motor: principle of operation, back EMF and its significance, torque equation, characteristics and speed control (armature and field) of DC shunt motor.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Construction of a DC machine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Yoke (cast steel frame), laminated pole cores with field coils, pole shoes to spread flux.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Rotor (armature)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Laminated silicon-steel core with slots; armature winding (lap or wave).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Commutator + brushes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Copper segments insulated by mica; carbon brushes carry current to the rotating armature.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Same construction serves as generator or motor. Lap winding: A = P;  wave winding: A = 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Principle of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dc_principl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82" y="1188720"/>
            <a:ext cx="5011077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current-carrying conductor in a magnetic field experiences a force.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Direction: Fleming's left-hand rule (field, current, force).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 = B I 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Forces on the two sides of a coil give a turning moment; the commutator keeps the torque in one direction.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Back EMF and voltage equation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 = Z N φ P / (60 A)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back EMF (V)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Eb + Ia Ra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voltage equation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= (V − Eb) / Ra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armature current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Rotating conductors cut flux and induce an EMF opposing the applied voltage (Lenz's law): Eb.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Eb ∝ φ N and is always less than V in motoring.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Power relations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Ia = Eb Ia + Ia² Ra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multiply by Ia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= V Ia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electrical input to armature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= Eb Ia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mechanical power developed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Ia² Ra is the armature copper loss.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Efficiency of the armature conversion = Eb / V.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Significance of back EMF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Self-regulation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If load rises, speed falls, Eb falls, Ia rises and torque increases: motor adjusts itself.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At standstill Eb = 0, so Ia = V/Ra is very large (≈ 20× full-load). A starter resistance limits it.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Energy conversion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Eb Ia is the electrical equivalent of mechanical power: Eb makes the conversion possible.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back EMF of a shunt motor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220 V DC shunt motor takes 10 kW. Rsh = 230 Ω, Ra = 0.28 Ω. Find line, field and armature currents and back EMF.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10 000/220 = 45.45 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Ish = 220/230 = 0.956 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Ia = I − Ish = 44.49 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Eb = V − Ia Ra = 220 − 44.49 × 0.28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Ia = 44.49 A,  Eb = 207.54 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Motor action: current-carrying conductor in a field experiences a force (Fleming's left hand)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 = Eb + Ia Ra;  Eb = ZNφP/60A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Eb Ia = mechanical power developed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Back EMF limits armature current; a starter is needed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a starter necessary for a DC motor?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240 V motor has Ra = 0.5 Ω and Ia = 20 A. Find Eb and mechanical power.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Fleming's left-hand rule.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does back EMF make a DC motor self-regulating?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Motor: Principle of Operation and Back EMF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