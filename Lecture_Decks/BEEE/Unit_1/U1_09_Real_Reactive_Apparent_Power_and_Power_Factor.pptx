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Real, Reactive, Apparent Power and Power Factor" id="{a5d96538-3d0f-e827-14cc-fe1253e4667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"Real, Reactive, Apparent Power and Power Factor", part of Unit 1 (Circuit Fundamentals)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P, Q and S and their units. Draw and use the power triangle. Define power factor, lagging and leading. Explain why a low power factor is undesirable.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the impedance triangle by I squared gives the power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Reactive power is needed to establish magnetic fields in motors and transformers but does no useful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factor is dimensionless and always quoted as lagging or leading.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parallel capacitor supplies the reactive power locally so the line carries less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using S squared equals P squared plus Q squared.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half the power factor the current doubles, quadrupling I squared R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P = VI cos φ (W), Q = VI sin φ (VAR), S = VI (VA). S² = P² + Q²; pf = cos φ = P/S. Low pf increases current, losses and equipment rating. Capacitors in parallel improve a lagging 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A motor takes 10 A at 230 V, pf 0.7 lagging. Find P, Q and S. Why are transformers rated in kVA and not kW? Find the current of a 5 kW load at pf 0.8 on 230 V. Draw the power triangle for a capacitive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Reactive, Apparent Power and Power Factor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Circuit Fundamentals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P, Q and S and their units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and use the power triangle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power factor, lagging and leading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why a low power factor is undesirable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Analysis of R, L, C, RL, RC and RLC series circuits, real power, reactive power, apparent power and power factor.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power triangle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power_tri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64" y="1188720"/>
            <a:ext cx="4250913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Active (real) power P = VI cos φ  (W)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Reactive power Q = VI sin φ  (VAR)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Apparent power S = VI  (VA)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S² = P² + Q²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Power factor cos φ = P/S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Meaning of each power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Active power 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Actual work done: heating, mechanical output. Measured by a wattmeter. Unit W or kW.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Reactive power Q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Power exchanged with L and C fields, no net work. Unit VAR. Q is positive for inductive loads.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Apparent power 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Product of RMS V and I. Rating of equipment: transformers and cables are rated in kVA.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Power factor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cos φ = P/S = R/Z, where φ is the angle between V and I.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Lagging: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inductive loads (motors, transformers); I lags V.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Leading: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capacitive loads; I leads V.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Range: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0 to 1; unity for a pure resistor.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Low pf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means the same real power needs a larger current.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low power factor is bad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Consequences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Larger current for the same power: I = P/(V cos φ)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More I²R loss in cables and transformers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Larger kVA rating of generators and lines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Poor voltage regulation; utilities impose penalties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Improvement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Connect capacitors in parallel with inductive loads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 synchronous condensers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Avoid lightly loaded motors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Target pf ≥ 0.95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power triangle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load takes 5 A at 230 V with a power factor of 0.8 lagging. Find S, P and Q.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 = VI = 230 × 5 = 1150 VA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S cos φ = 1150 × 0.8 = 920 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sin φ = √(1 − 0.8²) = 0.6;  Q = S sin φ = 690 VAR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S = 1150 VA, P = 920 W, Q = 690 VAR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effect of power factor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2 kW load on 230 V. Find the current at pf = 1 and at pf = 0.5.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= P/(V cos φ)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pf = 1:  I = 2000/230 = 8.70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pf = 0.5:  I = 2000/(230 × 0.5) = 17.39 A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Current doubles at pf = 0.5, so loss rises 4×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= VI cos φ (W), Q = VI sin φ (VAR), S = VI (VA)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S² = P² + Q²; pf = cos φ = P/S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Low pf increases current, losses and equipment rating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Capacitors in parallel improve a lagging pf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motor takes 10 A at 230 V, pf 0.7 lagging. Find P, Q and 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are transformers rated in kVA and not kW?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current of a 5 kW load at pf 0.8 on 230 V.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power triangle for a capacitive load.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Real, Reactive, Apparent Power and Power Factor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