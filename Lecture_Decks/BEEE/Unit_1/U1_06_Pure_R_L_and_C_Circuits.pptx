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1 · Analysis of Pure R, L and C Circuits" id="{c3ff6d95-7b98-028b-0c18-bfdf07422a4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"Analysis of Pure R, L and C Circuits", part of Unit 1 (Circuit Fundamentals) of Basic Electrical and Electronics Engineering.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Derive current and power in pure R, L and C. Define inductive and capacitive reactance. Draw phasor diagrams and waveforms. Solve numericals on each element.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relationship between voltage and current differs for each element.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Instantaneous power is always positive in a resistor, so energy only flows in one direction: from source to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an inductor the induced emf opposes the change of current, which makes the current lag. XL increases with frequency: at DC an inductor is a short circuit.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capacitor passes high frequencies easily and blocks DC.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ELI the ICE man: in an inductor E leads I; in a capacitor I leads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Peak values are root two times the RMS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the large current drawn by even a modest capacitor on mains.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R: in phase; L: current lags 90°; C: current leads 90°. XL = 2πfL, XC = 1/(2πfC). Average power in pure L or C is zero. Reactive elements store and return energy.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A 50 Ω resistor is on 230 V, 50 Hz. Find I, P and write i(t). Find the reactance of a 0.1 H inductor at 50 Hz and 500 Hz. A 100 µF capacitor on 230 V, 50 Hz: find current and reactive power. At what frequency does a 10 mH inductor have a reactance of 100 Ω?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Basic Electrical and Electronics Engineering · Unit 1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1  ·  9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of Pure R, L and C Circuits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0EE"/>
                </a:solidFill>
              </a:rPr>
              <a:t>Circuit Fundamentals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Basic Electrical and Electronics Engineering  (EEE103)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Derive current and power in pure R, L and C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Define inductive and capacitive reactance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Draw phasor diagrams and waveforms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Solve numericals on each element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Analysis of R, L, C, RL, RC and RLC series circuits, real power, reactive power, apparent power and power factor.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Overview: v and i in R, L and C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pic>
        <p:nvPicPr>
          <p:cNvPr id="6" name="Image 0" descr="rlc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229600" cy="198354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263705"/>
            <a:ext cx="4023360" cy="1399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R: i in phase with v.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L: i lags v by 90°.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263705"/>
            <a:ext cx="4023360" cy="1399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C: i leads v by 90°.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Power: R consumes, L and C only store and return energy.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Pure resistor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 = Vm sin ωt;  i = v/R = Im sin ωt,  Im = Vm/R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Current and voltage in phase (φ = 0°).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 = vi = Vm Im sin²ωt = (VmIm/2)(1 − cos 2ωt)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Average power P = VmIm/2 = V·I (RMS values)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Power factor = 1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Pure inductor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 = L di/dt, so i = (1/L)∫v dt = Im sin(ωt − 90°)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Inductive reactance XL = ωL = 2πfL (Ω); Im = Vm/XL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Current lags voltage by 90°.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 = −(VmIm/2) sin 2ωt: average power is zero.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Energy ½LI² is stored in the magnetic field and returned each quarter cycle.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Pure capacitor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 = C dv/dt = ωC Vm cos ωt = Im sin(ωt + 90°)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Capacitive reactance XC = 1/(ωC) = 1/(2πfC) (Ω)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Current leads voltage by 90°.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Average power is zero; energy ½CV² is stored in the electric field.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XC falls with frequency: at DC a capacitor is an open circuit.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Comparison of the three elements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920240"/>
                <a:gridCol w="2103120"/>
                <a:gridCol w="2103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Opposition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 (Ω)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XL = 2πfL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XC = 1/2πfC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Phase of i w.r.t. v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0°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−90° (lags)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+90° (leads)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Average power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VI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Energy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dissipated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magnetic field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electric field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Effect of f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none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XL ∝ f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XC ∝ 1/f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inductor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pure inductor takes 20 A from a 230 V, 50 Hz supply. Find XL, L, power and the equations of v and i.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XL = V/I = 230/20 = 11.5 Ω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 = XL/(2πf) = 11.5/314 = 0.0366 H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Vm = 325.27 V,  Im = 28.28 A,  ω = 314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 = 0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v = 325.27 sin314t V,  i = 28.28 sin(314t − 90°) 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capacitor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400 µF capacitor is connected to 230 V, 50 Hz. Find XC, the RMS current and the equations.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XC = 1/(2π·50·400×10⁻⁶) = 7.95 Ω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 = V/XC = 230/7.95 = 28.93 A;  Im = 40.91 A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i = 40.91 sin(314t + 90°) A,  P = 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R: in phase; L: current lags 90°; C: current leads 90°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XL = 2πfL, XC = 1/(2πfC)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Average power in pure L or C is zero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Reactive elements store and return energy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50 Ω resistor is on 230 V, 50 Hz. Find I, P and write i(t).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Find the reactance of a 0.1 H inductor at 50 Hz and 500 Hz.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100 µF capacitor on 230 V, 50 Hz: find current and reactive power.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At what frequency does a 10 mH inductor have a reactance of 100 Ω?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EE">
  <a:themeElements>
    <a:clrScheme name="BEEE">
      <a:dk1>
        <a:srgbClr val="0B1F3A"/>
      </a:dk1>
      <a:lt1>
        <a:srgbClr val="FFFFFF"/>
      </a:lt1>
      <a:dk2>
        <a:srgbClr val="16396B"/>
      </a:dk2>
      <a:lt2>
        <a:srgbClr val="EDF2F8"/>
      </a:lt2>
      <a:accent1>
        <a:srgbClr val="F5A623"/>
      </a:accent1>
      <a:accent2>
        <a:srgbClr val="14777B"/>
      </a:accent2>
      <a:accent3>
        <a:srgbClr val="C93C20"/>
      </a:accent3>
      <a:accent4>
        <a:srgbClr val="5B6B7F"/>
      </a:accent4>
      <a:accent5>
        <a:srgbClr val="3E7CB1"/>
      </a:accent5>
      <a:accent6>
        <a:srgbClr val="7A4FD6"/>
      </a:accent6>
      <a:hlink>
        <a:srgbClr val="3E7CB1"/>
      </a:hlink>
      <a:folHlink>
        <a:srgbClr val="5B6B7F"/>
      </a:folHlink>
    </a:clrScheme>
    <a:fontScheme name="BE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Pure R, L and C Circuits</dc:title>
  <dc:subject>PptxGenJS Presentation</dc:subject>
  <dc:creator>Dr. Mitesh Astik</dc:creator>
  <cp:lastModifiedBy>Dr. Mitesh Astik</cp:lastModifiedBy>
  <cp:revision>1</cp:revision>
  <dcterms:created xsi:type="dcterms:W3CDTF">2026-10-29T10:05:20Z</dcterms:created>
  <dcterms:modified xsi:type="dcterms:W3CDTF">2026-10-29T10:05:20Z</dcterms:modified>
</cp:coreProperties>
</file>