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1 · Analysis of the RLC Series Circuit" id="{de284396-50cd-1fae-cca2-d6be5d4cd40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"Analysis of the RLC Series Circuit", part of Unit 1 (Circuit Fundamentals)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Draw the phasor diagram for the series RLC circuit. Find Z, I, φ and voltages across each element. Classify as inductive, capacitive or resistive. Explain series resonance.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series RLC circuit the inductive and capacitive reactive voltages are in opposition.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net reactance is the difference of the inductive and capacitive reactance.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Resonance occurs at f0 equals one over two pi root LC.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 resonance the voltage across L and C can be several times the supply voltage.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resonance the reactive voltages cancel each other, leaving only the resistive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X = XL − XC, Z = √(R² + X²). XL &gt; XC lagging; XL &lt; XC leading; XL = XC resonance. At resonance Z = R, current is maximum, pf = 1. f0 = 1/(2π√LC).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R = 5 Ω, XL = 12 Ω, XC = 7 Ω. Find Z and φ. Find the resonant frequency for L = 20 mH, C = 10 µF. A series RLC circuit has R = 20 Ω at resonance on 100 V. Find the current. Why can VL exceed the supply voltage?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1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1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the RLC Series Circuit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Circuit Fundamentals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the phasor diagram for the series RLC circuit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Find Z, I, φ and voltages across each element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Classify as inductive, capacitive or resistive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series resonance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Analysis of R, L, C, RL, RC and RLC series circuits, real power, reactive power, apparent power and power factor.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Series RLC phasor diagram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ph_rlc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6928" y="1188720"/>
            <a:ext cx="2381185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Reference: current I.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VR in phase, VL leads by 90°, VC lags by 90°.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VL and VC are in opposition: net reactive voltage = VL − VC.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 = √(VR² + (VL − VC)²) = I Z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Impedance of the RLC series circuit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XL − XC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net reactance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√(R² + (XL − XC)²)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impedance (Ω)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 = tan⁻¹[(XL − XC)/R]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phase angle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XL &gt; XC: net inductive, current lags.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XL &lt; XC: net capacitive, current leads.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XL = XC: purely resistive, φ = 0, Z = R (resonance).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Three cases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37744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Condition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Nature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Current vs voltage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Power factor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XL &gt; XC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Inductive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 lags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Lagging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XL &lt; XC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Capacitive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 leads 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Leading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XL = XC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Resistive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 in phase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Unity (resonance)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RLC series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 = 10 Ω, L = 0.1 H, C = 100 µF in series across 230 V, 50 Hz. Find Z, I, φ, voltages and P.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XL = 31.42 Ω;  XC = 31.83 Ω;  X = −0.41 Ω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Z = √(10² + 0.41²) = 10.01 Ω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 = 230/10.01 = 22.98 A;  φ ≈ 2.3° leading (almost resonance)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VR = 229.8 V,  VL = 722 V,  VC = 731 V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 = I²R = 22.98² × 10</a:t>
            </a:r>
            <a:endParaRPr lang="en-US" sz="18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I ≈ 23 A, P ≈ 5.28 kW, near-unity pf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Series resonance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Condition: XL = XC, so ω0 = 1/√(LC) and f0 = 1/(2π√(LC)).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Impedance is minimum (Z = R); current is maximum (I = V/R).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Voltages VL and VC can far exceed the supply voltage: voltage magnification Q = XL/R.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Applications: radio tuning, filters.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Example: L = 0.1 H, C = 100 µF → f0 = 50.3 Hz.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 = XL − XC, Z = √(R² + X²)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XL &gt; XC lagging; XL &lt; XC leading; XL = XC resonance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 resonance Z = R, current is maximum, pf = 1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f0 = 1/(2π√LC)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 = 5 Ω, XL = 12 Ω, XC = 7 Ω. Find Z and φ.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resonant frequency for L = 20 mH, C = 10 µF.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series RLC circuit has R = 20 Ω at resonance on 100 V. Find the current.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can VL exceed the supply voltage?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the RLC Series Circuit</dc:title>
  <dc:subject>PptxGenJS Presentation</dc:subject>
  <dc:creator>Dr. Mitesh Astik</dc:creator>
  <cp:lastModifiedBy>Dr. Mitesh Astik</cp:lastModifiedBy>
  <cp:revision>1</cp:revision>
  <dcterms:created xsi:type="dcterms:W3CDTF">2026-10-29T10:05:20Z</dcterms:created>
  <dcterms:modified xsi:type="dcterms:W3CDTF">2026-10-29T10:05:20Z</dcterms:modified>
</cp:coreProperties>
</file>