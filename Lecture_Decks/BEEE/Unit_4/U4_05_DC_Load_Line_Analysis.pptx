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4 · DC Load Line Analysis and Q-Point" id="{8b4eb6c7-c999-c8d3-e3d4-e7ac7fc29e3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"DC Load Line Analysis and Q-Point", part of Unit 4 (Transistors)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Derive the DC load line for a BJT and a MOSFET stage. Locate the Q-point. Check the region of operation. Choose the Q-point for amplifier or switch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Kirchhoff's voltage law around the output loop to get the load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quiescent point is the DC operating point in the absence of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load line serves all three purposes; only the bias differs.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verify the assumption of saturation after solving.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 point is half way along the load line, ideal for an amplifier.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Load line from KVL: VCE = VCC − IC RC (or VDS = VDD − ID RD). Q-point = intersection of load line and device characteristic. Q mid-line for amplifiers; ends of the line for switches. Verify the region of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Draw the DC load line for VCC = 10 V, RC = 2 kΩ. Find the Q-point for VDD = 15 V, RD = 3 kΩ, ID = 2 mA. What happens if the Q-point is too close to cut-off? How does the load line differ for switch and amplifier use?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4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4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 Load Line Analysis and Q-Point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Transistors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the DC load line for a BJT and a MOSFET stage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Locate the Q-point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Check the region of operation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Choose the Q-point for amplifier or switch operation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Construction and operation, BJT as a switch, working and characteristics of n-channel enhancement type MOSFET, common source amplifier, DC load line analysis, MOS inverter.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DC load line equations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BJT: VCE = VCC − IC RC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output loop KVL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MOSFET: VDS = VDD − ID RD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output loop KVL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Endpoints: IC(max) = VCC/RC at VCE = 0, and VCE = VCC at IC = 0.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Line of all possible (VCE, IC) pairs allowed by the external circuit.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device characteristic fixes the actual point on the line: the Q-point.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Q-point on the load line (MOSFET)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load_line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" y="1188720"/>
            <a:ext cx="5097780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Intersection of the DC load line with the device curve for VGSQ.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Q-point = (VDSQ, IDQ).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 an amplifier: put Q near the middle of the line to allow equal swing.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Too high: clipping in cut-off; too low: clipping in saturation.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Where to place the Q-point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Amplifier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Middle of the active/saturation region: maximum undistorted swing.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Switch OFF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At the cut-off end: IC ≈ 0, VCE ≈ VCC.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Switch ON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At the saturation end: IC ≈ VCC/RC, VCE ≈ 0.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MOSFET load line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VDD = 12 V, RD = 2 kΩ, n-MOSFET (k = 0.5 mA/V², VT = 2 V) with VGS = 4 V. Find the load line endpoints and the Q-point.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Endpoints: VDS = 12 V (ID = 0) and ID = 12/2k = 6 mA (VDS = 0)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Assume saturation: ID = k(VGS − VT)² = 0.5 × 4 = 2 mA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VDS = 12 − 2 mA × 2 kΩ = 8 V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Check: VDS = 8 V ≥ VGS − VT = 2 V → saturation ✓</a:t>
            </a:r>
            <a:endParaRPr lang="en-US" sz="20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Q-point: ID = 2 mA, VDS = 8 V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BJT load line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VCC = 12 V, RC = 3 kΩ, β = 100, IB = 20 µA. Find Q-point and check region.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IC = β IB = 100 × 20 µA = 2 mA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VCE = 12 − 2 mA × 3 kΩ = 6 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Endpoints: IC(max) = 4 mA, VCE(max) = 12 V → Q is at the middle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Q: IC = 2 mA, VCE = 6 V (active region)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Load line from KVL: VCE = VCC − IC RC (or VDS = VDD − ID RD)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Q-point = intersection of load line and device characteristic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Q mid-line for amplifiers; ends of the line for switches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Verify the region of operation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Draw the DC load line for VCC = 10 V, RC = 2 kΩ.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the Q-point for VDD = 15 V, RD = 3 kΩ, ID = 2 mA.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happens if the Q-point is too close to cut-off?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How does the load line differ for switch and amplifier use?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 Load Line Analysis and Q-Point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