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4 · MOS Inverter and CMOS" id="{c491d630-84a5-f597-0dc5-2ea3d068512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"MOS Inverter and CMOS", part of Unit 4 (Transistors) of Basic Electrical and Electronics Engineering.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Explain the operation of an NMOS inverter with a resistive load. Explain the CMOS inverter with PMOS and NMOS. Draw the voltage transfer characteristic. State advantages of CMOS.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 inverter converts a logic one into a logic zero and vice versa.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sharper the transition, the better the noise immunity of the logic family.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Hence the CMOS circuit acts as an inverter.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one transistor conducts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CMOS dominates because its static power is nearly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MOS inverter implements logic NOT. Resistive-load NMOS: Vin high → Vout low. CMOS: PMOS + NMOS, only one ON at a time. Very low static power; full-swing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Explain the working of a CMOS inverter. Draw the VTC of an NMOS inverter. Why does CMOS have almost zero static power? State the output for Vin = 0 V in a 5 V CMOS inverter.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Basic Electrical and Electronics Engineering · Unit 4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4  ·  9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 Inverter and CMOS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E0EE"/>
                </a:solidFill>
              </a:rPr>
              <a:t>Transistors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Basic Electrical and Electronics Engineering  (EEE103)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Explain the operation of an NMOS inverter with a resistive load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Explain the CMOS inverter with PMOS and NMOS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Draw the voltage transfer characteristic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State advantages of CMOS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Construction and operation, BJT as a switch, working and characteristics of n-channel enhancement type MOSFET, common source amplifier, DC load line analysis, MOS inverter.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NMOS inverter (resistive load)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pic>
        <p:nvPicPr>
          <p:cNvPr id="6" name="Image 0" descr="mos_inv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3326" y="1188720"/>
            <a:ext cx="3308389" cy="3200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Input at the gate, output at the drain; RD to VDD.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Vin low (&lt; VT): MOSFET off, Vout = VDD = logic 1.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Vin high: MOSFET on, large current; Vout ≈ 0 = logic 0.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Logic NOT function.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Voltage transfer characteristic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pic>
        <p:nvPicPr>
          <p:cNvPr id="6" name="Image 0" descr="vtc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027" y="1188720"/>
            <a:ext cx="4448987" cy="3200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Flat at VDD until Vin reaches VT.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Sharp transition region (high gain).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Low output level for Vin above transition.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Noise margins set by the transition voltages.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CMOS inverter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Structure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 p-channel and an n-channel enhancement MOSFET on one substrate; gates joined as the input; drains joined as the output.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326136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9852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Vin = 5 V (1)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9852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NMOS: VGS = 5 V, ON (low resistance). PMOS: VGS = 0 V, OFF. Output pulled to 0 V.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606552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0268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Vin = 0 V (0)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0268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PMOS: VGS = −5 V, ON. NMOS: VGS = 0 V, OFF. Output pulled to 5 V.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Truth table and device states (CMOS)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1828800"/>
                <a:gridCol w="23774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Vin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NMOS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PMOS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Vout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 V (logic 0)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OFF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 V (logic 1)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 V (logic 1)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OFF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 V (logic 0)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Highlight strip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One transistor is always OFF, so there is no DC path from VDD to ground.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NMOS resistive load versus CMOS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Compare card"/>
          <p:cNvSpPr/>
          <p:nvPr/>
        </p:nvSpPr>
        <p:spPr>
          <a:xfrm>
            <a:off x="45720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/>
        </p:spPr>
      </p:sp>
      <p:sp>
        <p:nvSpPr>
          <p:cNvPr id="7" name="Compare header"/>
          <p:cNvSpPr/>
          <p:nvPr/>
        </p:nvSpPr>
        <p:spPr>
          <a:xfrm>
            <a:off x="457200" y="1188720"/>
            <a:ext cx="402336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" y="1188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NMOS with RD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8288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One transistor + large resistor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Static power dissipated when output is low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Large area for resistor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Asymmetric rise/fall</a:t>
            </a:r>
            <a:endParaRPr lang="en-US" sz="2000" dirty="0"/>
          </a:p>
        </p:txBody>
      </p:sp>
      <p:sp>
        <p:nvSpPr>
          <p:cNvPr id="10" name="Compare card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/>
        </p:spPr>
      </p:sp>
      <p:sp>
        <p:nvSpPr>
          <p:cNvPr id="11" name="Compare header"/>
          <p:cNvSpPr/>
          <p:nvPr/>
        </p:nvSpPr>
        <p:spPr>
          <a:xfrm>
            <a:off x="4663440" y="1188720"/>
            <a:ext cx="402336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00600" y="1188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CMOS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800600" y="18288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Complementary pair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Almost zero static power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Full logic swing 0 to VDD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Basis of modern digital ICs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MOS inverter implements logic NOT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Resistive-load NMOS: Vin high → Vout low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CMOS: PMOS + NMOS, only one ON at a time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Very low static power; full-swing output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Explain the working of a CMOS inverter.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Draw the VTC of an NMOS inverter.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Why does CMOS have almost zero static power?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State the output for Vin = 0 V in a 5 V CMOS inverter.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EE">
  <a:themeElements>
    <a:clrScheme name="BEEE">
      <a:dk1>
        <a:srgbClr val="0B1F3A"/>
      </a:dk1>
      <a:lt1>
        <a:srgbClr val="FFFFFF"/>
      </a:lt1>
      <a:dk2>
        <a:srgbClr val="16396B"/>
      </a:dk2>
      <a:lt2>
        <a:srgbClr val="EDF2F8"/>
      </a:lt2>
      <a:accent1>
        <a:srgbClr val="F5A623"/>
      </a:accent1>
      <a:accent2>
        <a:srgbClr val="14777B"/>
      </a:accent2>
      <a:accent3>
        <a:srgbClr val="C93C20"/>
      </a:accent3>
      <a:accent4>
        <a:srgbClr val="5B6B7F"/>
      </a:accent4>
      <a:accent5>
        <a:srgbClr val="3E7CB1"/>
      </a:accent5>
      <a:accent6>
        <a:srgbClr val="7A4FD6"/>
      </a:accent6>
      <a:hlink>
        <a:srgbClr val="3E7CB1"/>
      </a:hlink>
      <a:folHlink>
        <a:srgbClr val="5B6B7F"/>
      </a:folHlink>
    </a:clrScheme>
    <a:fontScheme name="BEE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MOS Inverter and CMOS</dc:title>
  <dc:subject>PptxGenJS Presentation</dc:subject>
  <dc:creator>Dr. Mitesh Astik</dc:creator>
  <cp:lastModifiedBy>Dr. Mitesh Astik</cp:lastModifiedBy>
  <cp:revision>1</cp:revision>
  <dcterms:created xsi:type="dcterms:W3CDTF">2026-10-29T10:05:21Z</dcterms:created>
  <dcterms:modified xsi:type="dcterms:W3CDTF">2026-10-29T10:05:21Z</dcterms:modified>
</cp:coreProperties>
</file>