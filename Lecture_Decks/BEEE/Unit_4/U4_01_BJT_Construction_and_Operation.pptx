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4 · BJT: Construction and Operation" id="{181f998a-ce5b-7821-153b-6b4edfe9fbc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"BJT: Construction and Operation", part of Unit 4 (Transistors)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Describe the construction of npn and pnp transistors. Explain biasing for active-mode operation. Relate IE, IB, IC and the gains α and β. Distinguish CB, CE and CC configurations.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 bipolar is used because both electrons and holes take part in conduction.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normal transistor action the base emitter junction is forward biased and the collector base junction is reverse biased.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 injected electrons diffuse through the thin base and are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is the common base current gain; beta is the common emitter current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configuration has its own static characteristics.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with β equals α over one minus 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Emitter heavily doped, base thin, collector widest. Active mode: EB forward, CB reverse. IE = IB + IC;  α = IC/IE;  β = IC/IB. CE has both current and voltage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Why is the base region made thin and lightly doped? IC = 5 mA, β = 100. Find IB and IE. Find β for α = 0.98. Compare CB, CE and CC configurations.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4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4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BJT: Construction and Operation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Transistors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the construction of npn and pnp transistors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biasing for active-mode operation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Relate IE, IB, IC and the gains α and β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Distinguish CB, CE and CC configurations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Construction and operation, BJT as a switch, working and characteristics of n-channel enhancement type MOSFET, common source amplifier, DC load line analysis, MOS inverter.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Construction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bj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41760"/>
            <a:ext cx="5120640" cy="24943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Three regions, two PN junctions: npn or pnp.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Emitter: heavily doped; emits carriers.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Base: very thin, lightly doped.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Collector: widest region; collects carriers.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Invented by Bardeen, Shockley and Brattain (1948).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Biasing the npn transistor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bjt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544" y="1188720"/>
            <a:ext cx="4867952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Emitter–base junction forward biased: VBE ≈ 0.7 V (Si), 0.3 V (Ge).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Collector–base junction reverse biased: VCC &gt; VBB.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RB, RC are current-limiting resistors.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Collector voltage typically 3–20 V.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happens inside (npn, active mode)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Injection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Forward-biased emitter junction injects electrons into the base.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Thin base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a few (1–5 %) recombine with holes: this is the base current IB.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Collection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rest are swept across the reverse-biased junction into the collector: IC.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Leakage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Reverse minority-carrier current ICBO adds slightly to IC.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IE = IB + IC  (Kirchhoff's current law)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Current gains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IC / IE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0.95 – 0.99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IC / IB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20 – 500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45720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α / (1 − α)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relation</a:t>
            </a:r>
            <a:endParaRPr lang="en-US" sz="1300" dirty="0"/>
          </a:p>
        </p:txBody>
      </p:sp>
      <p:sp>
        <p:nvSpPr>
          <p:cNvPr id="15" name="Formula"/>
          <p:cNvSpPr/>
          <p:nvPr/>
        </p:nvSpPr>
        <p:spPr>
          <a:xfrm>
            <a:off x="466344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6344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 = (β + 1) IB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emitter current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Transistor configurations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246888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Common terminal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Gain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Typical use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Common base (CB)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Voltage gain, no current gain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High-frequency stages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Common emitter (CE)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Emitter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Both current and voltage gain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Amplifiers, switches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Common collector (CC)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gain, no voltage gain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Buffers (emitter follower)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currents and gains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transistor has IB = 0.08 mA and IE = 9.60 mA. Find IC, α and β.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IC = IE − IB = 9.60 − 0.08 = 9.52 mA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α = IC/IE = 9.52/9.60 = 0.9917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β = IC/IB = 9.52/0.08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IC = 9.52 mA, α = 0.9917, β = 119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Emitter heavily doped, base thin, collector widest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Active mode: EB forward, CB reverse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IE = IB + IC;  α = IC/IE;  β = IC/IB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 has both current and voltage gain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the base region made thin and lightly doped?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IC = 5 mA, β = 100. Find IB and IE.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β for α = 0.98.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CB, CE and CC configurations.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BJT: Construction and Operation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