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4 · n-Channel Enhancement MOSFET: Working and Characteristics" id="{874a37ca-2e9a-bbf6-a07c-370709976c1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"n-Channel Enhancement MOSFET: Working and Characteristics", part of Unit 4 (Transistors)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Describe the structure of the n-channel enhancement MOSFET. Explain channel formation and the threshold voltage. Explain pinch-off and saturation. Interpret drain and transfer characteristics.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direct electrical connection between the gate and the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level of V G S that causes a significant increase in drain current is the threshold voltage V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both characteristics, the drain current increases as V G S increases.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Careful: the saturation region of a MOSFET is the constant current region, not the same as the BJT saturation.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VDS were 2 V the transistor would be in the ohmic region and the other expression would be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MOSFET is the basic building block of VLSI circuits and microprocessors.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Gate insulated by SiO₂: no gate current. Channel forms for VGS &gt; VT. Saturation: ID = k(VGS − VT)², VDS(sat) = VGS − VT. Voltage-controlled device with very high input impedance.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Explain channel formation in an n-channel enhancement MOSFET. k = 0.5 mA/V², VT = 1.5 V, VGS = 4 V in saturation. Find ID. Define threshold voltage and pinch-off. Why is it called enhancement type?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4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4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n-Channel Enhancement MOSFET: Working and Characteristics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Transistors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the structure of the n-channel enhancement MOSFET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channel formation and the threshold voltage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pinch-off and saturation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Interpret drain and transfer characteristics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Construction and operation, BJT as a switch, working and characteristics of n-channel enhancement type MOSFET, common source amplifier, DC load line analysis, MOS inverter.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Structure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mosfet_struc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095" y="1188720"/>
            <a:ext cx="5022850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p-type substrate (body) with two n+ regions: source and drain.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Gate: metal over a thin SiO₂ insulator: no gate current.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Four terminals: G, D, S and substrate (SS).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channel exists at VGS = 0: 'enhancement' type.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Operation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VGS = 0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channel; the two n+ regions are separated by the p-substrate: ID = 0.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VGS &gt; VT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Positive gate repels holes and attracts electrons to the surface: an n-channel forms.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More VGS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More carriers; channel conductivity and ID rise.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VDS rises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Channel narrows near the drain (pinch-off); ID saturates.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Pinch-off at VDS(sat) = VGS − VT; typical VT ≈ 1–3 V.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Drain and transfer characteristics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pic>
        <p:nvPicPr>
          <p:cNvPr id="6" name="Image 0" descr="mosfet_cha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217" y="1143000"/>
            <a:ext cx="5603567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Cut-off: VGS &lt; VT, ID = 0.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Ohmic (triode): VDS &lt; VGS − VT: ID = k[2(VGS − VT)VDS − VDS²].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Saturation: VDS ≥ VGS − VT: ID = k (VGS − VT)².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 ≈ 0.278 mA/V² in the notes' example.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Regions of operation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265176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Region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Condition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Cut-off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VGS &lt; VT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OFF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Triode / ohmic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VGS &gt; VT, VDS &lt; VGS − VT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k[2(VGS−VT)VDS − VDS²]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 ON, resistor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Saturation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VGS &gt; VT, VDS ≥ VGS − VT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k(VGS − VT)²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Amplifier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drain current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n-channel enhancement MOSFET, k = 0.278 mA/V², VT = 2 V, VGS = 6 V. Check the region and find ID if VDS = 8 V.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VGS − VT = 4 V; VDS = 8 V ≥ 4 V → saturation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 = k (VGS − VT)² = 0.278 × 4²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ID = 4.45 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MOSFET versus BJT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Compare 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7" name="Compare header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MOSFET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Voltage controlled (VGS)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Very high input resistance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Unipolar (one carrier)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Small area; dominant in ICs</a:t>
            </a:r>
            <a:endParaRPr lang="en-US" sz="2000" dirty="0"/>
          </a:p>
        </p:txBody>
      </p:sp>
      <p:sp>
        <p:nvSpPr>
          <p:cNvPr id="10" name="Compare 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1" name="Compare header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BJT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Current controlled (IB)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Moderate input resistance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Bipolar (two carriers)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Higher gm for same current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Gate insulated by SiO₂: no gate current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Channel forms for VGS &gt; VT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Saturation: ID = k(VGS − VT)², VDS(sat) = VGS − VT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Voltage-controlled device with very high input impedance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channel formation in an n-channel enhancement MOSFET.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k = 0.5 mA/V², VT = 1.5 V, VGS = 4 V in saturation. Find ID.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Define threshold voltage and pinch-off.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it called enhancement type?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n-Channel Enhancement MOSFET: Working and Characteristics</dc:title>
  <dc:subject>PptxGenJS Presentation</dc:subject>
  <dc:creator>Dr. Mitesh Astik</dc:creator>
  <cp:lastModifiedBy>Dr. Mitesh Astik</cp:lastModifiedBy>
  <cp:revision>1</cp:revision>
  <dcterms:created xsi:type="dcterms:W3CDTF">2026-10-29T10:05:21Z</dcterms:created>
  <dcterms:modified xsi:type="dcterms:W3CDTF">2026-10-29T10:05:21Z</dcterms:modified>
</cp:coreProperties>
</file>