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Common Source Amplifier" id="{0d7324bc-69af-3fc7-e1a7-ba18db4938d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"Common Source Amplifier",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Draw the common-source (CS) amplifier with a MOSFET. Explain biasing and the role of each component. Define transconductance and voltage gain. Show that the CS stage inverts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MOSFET must be biased in the saturation region for linear amplification.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change in gate voltage produces a larger change in drain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gain is the product of transconductance and drain resistance, with a negative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ten volts per volt gain with phase inversion.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source amplifier is the MOSFET counterpart of the common emitter BJT amplifier.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CS amplifier: input at gate, output at drain, source common. gm = 2k(VGS − VT); Av = −gm RD. Output is inverted (180° phase shift). Bias in saturation for linear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a CS amplifier and label all components. Find gain if gm = 3 mS and RD = 4.7 kΩ. Why does the CS stage invert? What is the function of the coupling capacitors?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Source Amplifier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the common-source (CS) amplifier with a MOSFET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biasing and the role of each component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transconductance and voltage gain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Show that the CS stage inverts the signal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CS amplifier circuit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cs_amp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352" y="1188720"/>
            <a:ext cx="4424337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Input at the gate (via C1), output at the drain (via C2).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Source is common to input and output (grounded).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RG sets the gate DC level; RD is the drain load.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MOSFET operated in saturation.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amplification occurs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DC gate voltage sets ID and Q-point in saturation.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Signal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small vin changes VGS by vgs.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Current changes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 = gm vgs, where gm = ∂ID/∂VGS.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vout = −id RD: amplified and inverted.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Rising input → rising ID → larger drop across RD → falling drain voltage: 180° phase shift.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Small-signal gain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 = 2k (VGS − VT)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transconductance (S)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= vout/vin = − gm RD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voltage gain (neglect ro)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= − gm (RD ∥ RL)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with load RL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Negative sign: 180° phase inversion.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Higher gm or RD gives higher gain; gain limited by saturation of VDS.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gain of a CS stage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MOSFET with k = 0.5 mA/V² is biased at VGS − VT = 2 V. RD = 5 kΩ. Find gm and Av.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gm = 2k(VGS − VT) = 2 × 0.5 mA/V² × 2 V = 2 mA/V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 = −gm RD = −2 mS × 5 kΩ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gm = 2 mA/V,  Av = −10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Components and features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C1, C2: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coupling capacitors block DC, pass the signal.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RG: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very large (MΩ) so the high input resistance is preserved.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Features: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high input impedance, moderate-high voltage gain, 180° phase shift.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Uses: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voltage amplifier stage in analog ICs, preamplifiers.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CS amplifier: input at gate, output at drain, source common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gm = 2k(VGS − VT); Av = −gm RD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is inverted (180° phase shift)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Bias in saturation for linear operation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a CS amplifier and label all components.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gain if gm = 3 mS and RD = 4.7 kΩ.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the CS stage invert?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function of the coupling capacitors?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Source Amplifier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