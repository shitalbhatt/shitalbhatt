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4 · BJT as a Switch" id="{e13c5f1c-c5f4-89a4-44a2-5a3238905c6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"BJT as a Switch", part of Unit 4 (Transistors)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Identify cut-off, active and saturation regions. Explain how a BJT acts as an open/closed switch. Design base resistance for saturation. Apply the switch to drive an LED/relay.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BJT can be used as a switch when its operating point is moved between saturation and cut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load line joins VCC on the horizontal axis to VCC over R C on the vertical axis.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VBB is zero the base current is zero and the transistor is off, corresponding to an open switch.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Overdrive the base to guarantee saturation even when beta varies.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standard value of twenty two kilohms would be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transistor used as a switch is the basis of digital logic circuits.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Switch uses cut-off (OFF) and saturation (ON). ON: IC ≈ VCC/RC, VCE(sat) ≈ 0.2 V; OFF: IC ≈ 0, VCE ≈ VCC. Design IB ≥ IC(sat)/β with overdrive. Used in LED/relay drivers and digital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Explain the operation of a BJT as a switch with a diagram. Find RB for VCC = 5 V, RC = 500 Ω, β = 50, Vin = 5 V, overdrive 2. State the conditions for cut-off and saturation. Why must the transistor not be left in the active region when used as a switch?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4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4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BJT as a Switch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Transistors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Identify cut-off, active and saturation regions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how a BJT acts as an open/closed switch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Design base resistance for saturation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Apply the switch to drive an LED/relay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Construction and operation, BJT as a switch, working and characteristics of n-channel enhancement type MOSFET, common source amplifier, DC load line analysis, MOS inverter.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Output characteristics and regions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pic>
        <p:nvPicPr>
          <p:cNvPr id="6" name="Image 0" descr="bjt_char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328" y="1188720"/>
            <a:ext cx="4738384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Cut-off: IB = 0, IC ≈ 0 (junctions reverse biased).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Active: IC = β IB; used for amplification.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Saturation: both junctions forward biased; VCE(sat) ≈ 0.2 V.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Switch uses only cut-off and saturation.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DC load line and the two switch states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pic>
        <p:nvPicPr>
          <p:cNvPr id="6" name="Image 0" descr="load_line_sw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634" y="1188720"/>
            <a:ext cx="5033772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Load line: VCE = VCC − IC RC.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OFF: VCE ≈ VCC, IC ≈ 0 (open switch).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ON: IC ≈ VCC/RC, VCE ≈ 0.2 V (closed switch).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OFF state versus ON state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Compare card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7" name="Compare header"/>
          <p:cNvSpPr/>
          <p:nvPr/>
        </p:nvSpPr>
        <p:spPr>
          <a:xfrm>
            <a:off x="457200" y="1188720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OFF: cut-off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VBB (input) = 0 V, so IB = 0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Both junctions reverse biased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IC ≈ 0: open switch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VCE ≈ VCC; LED off</a:t>
            </a:r>
            <a:endParaRPr lang="en-US" sz="2000" dirty="0"/>
          </a:p>
        </p:txBody>
      </p:sp>
      <p:sp>
        <p:nvSpPr>
          <p:cNvPr id="10" name="Compare card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11" name="Compare header"/>
          <p:cNvSpPr/>
          <p:nvPr/>
        </p:nvSpPr>
        <p:spPr>
          <a:xfrm>
            <a:off x="4663440" y="1188720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0060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ON: saturation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Input high; IB large enough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Both junctions forward biased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IC(sat) ≈ VCC/RC: closed switch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VCE(sat) ≈ 0.2 V; LED 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Design for saturation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897380"/>
            <a:ext cx="262128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897380"/>
            <a:ext cx="2621280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IC(sat) ≈ (VCC − VCE(sat)) / RC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19582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load current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3261360" y="1897380"/>
            <a:ext cx="262128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61360" y="1897380"/>
            <a:ext cx="2621280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IB(min) = IC(sat) / β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3261360" y="319582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minimum base current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6065520" y="1897380"/>
            <a:ext cx="262128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65520" y="1897380"/>
            <a:ext cx="2621280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 = (Vin − VBE) / IB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065520" y="319582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choose IB ≥ 2–5 × IB(min)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transistor switch design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VCC = 10 V, RC = 1 kΩ, β = 100, Vin = 5 V (high). Find IC(sat), IB(min) and RB for IB = 2 × IB(min).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IC(sat) = (10 − 0.2)/1 kΩ = 9.8 mA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IB(min) = 9.8 mA/100 = 98 µA;  IB = 196 µA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RB = (5 − 0.7)/196 µA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RB ≈ 22 kΩ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LED switch application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2 s square wave on the input: LED on for 1 s, off for 1 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Input low (0 V): transistor in cut-off, no collector current, LED off.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Input high: transistor saturates, collector current flows through the LED, LED on.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Other uses: relay/motor drivers, digital logic gates, inverters.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Switch uses cut-off (OFF) and saturation (ON)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ON: IC ≈ VCC/RC, VCE(sat) ≈ 0.2 V; OFF: IC ≈ 0, VCE ≈ VCC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Design IB ≥ IC(sat)/β with overdrive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Used in LED/relay drivers and digital logic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Explain the operation of a BJT as a switch with a diagram.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RB for VCC = 5 V, RC = 500 Ω, β = 50, Vin = 5 V, overdrive 2.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State the conditions for cut-off and saturation.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must the transistor not be left in the active region when used as a switch?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BJT as a Switch</dc:title>
  <dc:subject>PptxGenJS Presentation</dc:subject>
  <dc:creator>Dr. Mitesh Astik</dc:creator>
  <cp:lastModifiedBy>Dr. Mitesh Astik</cp:lastModifiedBy>
  <cp:revision>1</cp:revision>
  <dcterms:created xsi:type="dcterms:W3CDTF">2026-10-29T10:05:21Z</dcterms:created>
  <dcterms:modified xsi:type="dcterms:W3CDTF">2026-10-29T10:05:21Z</dcterms:modified>
</cp:coreProperties>
</file>