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Summing Amplifier" id="{26ec855b-f862-07a8-cfc1-6010bb07de9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"Summing Amplifier",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Draw an inverting summing amplifier. Derive the output expression. Design an averaging circuit. Solve numericals.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summing amplifier is an inverting amplifier with several input branches. Because the summing node is at virtual ground, the sources do not interact.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all resistors are equal the output is the negative of the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positive sum gives a negative output; follow with an inverter if a positive output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binary weighted resistor network is the idea behind a digital to analog converter.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audio mixer is the classic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vo = −(Rf/R1 v1 + Rf/R2 v2 + Rf/R3 v3). Inputs do not interact because of the virtual ground. Equal R and Rf = R/n gives an inverting average. Basis of weighted-resistor DACs and mixers.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output of a 3-input summing amplifier. Design an averager of three inputs. R = 10 kΩ, Rf = 20 kΩ, v1 = 0.5 V, v2 = 1 V: find vo. Why do the sources not interact in the summing amplifier?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Summing Amplifier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an inverting summing amplifier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output expression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an averaging circuit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Circuit and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Several inputs v1, v2, v3 connected through R1, R2, R3 to the inverting node.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Non-inverting terminal grounded; feedback resistor Rf.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inverting node is a virtual ground, so each input current is independent: i1 = v1/R1, etc.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KCL at the node: if = i1 + i2 + i3 and if = −vo/Rf.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Output expression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 = −[ (Rf/R1) v1 + (Rf/R2) v2 + (Rf/R3) v3 ]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weighted sum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= R2 = R3 = R: vo = −(Rf/R)(v1 + v2 + v3)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scaled adder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= R/3: vo = −(v1 + v2 + v3)/3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averager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adder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R1 = R2 = R3 = 10 kΩ, Rf = 10 kΩ; v1 = 1 V, v2 = 2 V, v3 = 3 V. Find vo.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−(Rf/R)(v1 + v2 + v3)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= −(10/10)(1 + 2 + 3)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vo = −6 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weighted sum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R1 = 10 kΩ, R2 = 20 kΩ, R3 = 40 kΩ, Rf = 40 kΩ; inputs 1 V each. Find vo.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Gains: Rf/R1 = 4,  Rf/R2 = 2,  Rf/R3 = 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−(4 × 1 + 2 × 1 + 1 × 1)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vo = −7 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Audio mixers: combine several channels.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Averaging circuits (Rf = R/n).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D/A converters using binary weighted resistors.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Analog computers: summation block.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−(Rf/R1 v1 + Rf/R2 v2 + Rf/R3 v3)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Inputs do not interact because of the virtual ground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Equal R and Rf = R/n gives an inverting average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Basis of weighted-resistor DACs and mixers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output of a 3-input summing amplifier.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Design an averager of three inputs.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 = 10 kΩ, Rf = 20 kΩ, v1 = 0.5 V, v2 = 1 V: find vo.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 the sources not interact in the summing amplifier?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Summing Amplifier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