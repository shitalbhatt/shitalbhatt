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Op-Amp Specifications" id="{cc067db5-9dd7-97bf-b1ce-e98524c3cc9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"Op-Amp Specifications",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key op-amp specifications. Interpret typical values for the 741. Calculate slew-rate limits. Understand offset voltage and bias currents.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datasheet parameters used when selecting an op 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Offset voltage and bias currents cause a small non zero output with zero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Slew rate limits the large-signal bandwidth.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signal demands a faster change than the slew rate, the output becomes distorted.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this frequency the sine becomes a triangle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Offset voltage and bias currents cause output errors. CMRR = Ad/Acm (often in dB). Slew rate limits output speed: fmax = SR/(2πVp). 741: ±13 V swing, 1 MHz, 0.5 V/µs.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input offset voltage and bias current. Find the maximum frequency for a 5 V peak output with SR = 1 V/µs. Define CMRR and slew rate. What limits the large-signal bandwidth of an op-amp?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Op-Amp Specifications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key op-amp specifications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Interpret typical values for the 741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Calculate slew-rate limits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Understand offset voltage and bias currents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Important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201168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741 typical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offset voltage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Differential input needed to make output zero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bias current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Average of the two input currents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 nA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offset current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Difference of the two input currents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nA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CMRR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 / Acm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 dB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PSRR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ΔVsupply / ΔVout (input referred)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µV/V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Slew rate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Maximum dVo/dt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 V/µs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 swing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Max undistorted peak output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±13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Input-related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 impedance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Ratio of input voltage change to input current change at one terminal. Very high (MΩ–TΩ).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 offset voltage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Ideally both inputs grounded → vo = 0. In practice a small offset appears; a differential voltage must be applied to null it.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 bias and offset currents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Small DC currents flowing into the input transistors; cause output errors with high-value resistors.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Output and frequency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Output impedance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Ratio of output voltage change to output current change; low (≈ 75 Ω for the 741).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Output voltage swing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Peak output without distortion; slightly less than the supply: ±13 V on ±15 V.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Bandwidth and slew rate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Gain-bandwidth product ≈ 1 MHz; slew rate = speed limit of the output.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Slew rate and CMRR formulas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= (dVo/dt)max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V/µs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fmax = SR / (2π Vp)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full-power bandwidth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CMRR = Ad / Acm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in dB: 20 log10(Ad/Acm)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a sine of peak Vp, (dVo/dt)max = 2π f Vp.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slew-rate limit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741 (SR = 0.5 V/µs) amplifies a sine of peak output 10 V. What is the highest undistorted frequency?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fmax = SR / (2π Vp)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= 0.5 × 10⁶ V/s / (2π × 10 V)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fmax ≈ 7.96 kHz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Offset voltage and bias currents cause output errors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CMRR = Ad/Acm (often in dB)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Slew rate limits output speed: fmax = SR/(2πVp)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741: ±13 V swing, 1 MHz, 0.5 V/µs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input offset voltage and bias current.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maximum frequency for a 5 V peak output with SR = 1 V/µs.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CMRR and slew rate.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limits the large-signal bandwidth of an op-amp?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Op-Amp Specifications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