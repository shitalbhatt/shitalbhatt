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Operational Amplifier: Introduction and the Ideal Op-Amp" id="{bcf981dd-8403-be76-0f6c-f18221516e6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"Operational Amplifier: Introduction and the Ideal Op-Amp", part of Unit 5 (Op-Amp and Linear IC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Describe the op-amp symbol and terminals. State the properties of an ideal op-amp. Explain why negative feedback is used. Compare ideal and practical (741) op-amps.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 operational amplifier was originally used for D C amplifiers that perform mathematical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 amp is also known as a differential amplifier, because it amplifies the difference between its two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idealizations make analysis of op amp circuits very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practical op amp approaches the ideal over a limited frequency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reason for the widespread use of op amps is negative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Op-amp: high-gain differential amplifier, vo = A(v2 − v1). Ideal: A = ∞, Rin = ∞, Ro = 0, no input current. Negative feedback makes gain depend on external resistors. 741: A ≈ 2×10⁵, 1 MHz, 0.5 V/µs.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List the properties of an ideal op-amp. Why is negative feedback used? What are the five terminals of an op-amp IC? Compare ideal and practical op-amps.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Amplifier: Introduction and the Ideal Op-Amp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Op-Amp and Linear IC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the op-amp symbol and terminals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 the properties of an ideal op-amp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why negative feedback is used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Compare ideal and practical (741) op-amps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Introduction, op-amp specifications, differential and common-mode operation, op-amp applications: inverting/non-inverting amplifier, summing, integrator, differentiator, comparator, 555 timer IC in astable mode, 78XX series IC voltage regulators.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is an operational amplifier?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High-gain DC-coupled amplifier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with differential inputs and a single output.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Originally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built to perform mathematical operations (sum, integrate, differentiate) in analog computers.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IC form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(1965): low cost, small, reliable; the popular type is the 741.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Uses: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amplifiers, filters, comparators, converters, oscillators, instrumentation.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Symbol and terminals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opamp_sym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460" y="1188720"/>
            <a:ext cx="4352119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Inverting input (−), non-inverting input (+), output.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Power supply +VCC and −VEE (e.g. ±15 V).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Output: vo = A (v2 − v1).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= open-loop gain (no feedback).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Ideal op-amp properties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Infinite gain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→ ∞ ; hence v1 ≈ v2 (virtual short).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Infinite input resistance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 current enters the inputs: i1 = i2 = 0.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Zero output resistance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Output is an ideal voltage source.</a:t>
            </a:r>
            <a:endParaRPr lang="en-US" sz="2000" dirty="0"/>
          </a:p>
        </p:txBody>
      </p:sp>
      <p:sp>
        <p:nvSpPr>
          <p:cNvPr id="15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Also: infinite bandwidth, infinite CMRR, zero offset voltage, infinite slew rate.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Ideal versus practical op-amp (741)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329184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Ideal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Practical (741)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Open-loop gain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Infinite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2 × 10⁵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Input impedance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Infinite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2 MΩ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Output impedance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Zero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75 Ω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Bandwidth (unity gain)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Infinite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1 MHz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Slew rate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Infinite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 V/µs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CMRR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Infinite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70–120 dB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Output swing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±VCC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±13 V for ±15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Negative feedback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Feeds part of the output back to the inverting input.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Closed-loop gain depends only on external resistors, not on the op-amp's A.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Improves stability, bandwidth, linearity and input/output impedance.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Reduces the gain from A (~10⁵) to a controlled value.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Op-amp: high-gain differential amplifier, vo = A(v2 − v1)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Ideal: A = ∞, Rin = ∞, Ro = 0, no input current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Negative feedback makes gain depend on external resistors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741: A ≈ 2×10⁵, 1 MHz, 0.5 V/µs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List the properties of an ideal op-amp.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negative feedback used?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are the five terminals of an op-amp IC?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ideal and practical op-amps.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Amplifier: Introduction and the Ideal Op-Amp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