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5 · 78XX Series IC Voltage Regulators" id="{741611f7-3dbb-2d0d-0335-bf69415c0c8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"78XX Series IC Voltage Regulators", part of Unit 5 (Op-Amp and Linear IC Applications)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Explain the need for a regulated DC supply. Describe the 78XX three-terminal fixed regulators. Draw the standard connection with capacitors. Compute regulator power dissipation.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Electronic circuits need a stable DC voltage regardless of load current, temperature and supply variations.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78XX series are positive fixed voltage regulators.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capacitors should be placed close to the regulator.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regulator can supply up to one ampere with an adequate heat sink.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regulators waste the excess voltage as heat, so keep the input only slightly above the dropout voltage.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power supply chain: transformer → rectifier → filter → 78XX →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78XX: positive 3-terminal fixed regulators; 7805 = +5 V. Need Vin ≥ Vout + ≈ 2 V. Ci and Co improve stability. Pdiss = (Vin − Vout) 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Draw the connection of a 7812 and explain the capacitors. A 7809 with Vin = 15 V supplies 0.4 A. Find Pdiss. What are the built-in protections of a 78XX regulator? What does 7912 denote?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5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5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78XX Series IC Voltage Regulators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Op-Amp and Linear IC Applications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the need for a regulated DC supply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Describe the 78XX three-terminal fixed regulators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Draw the standard connection with capacitors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Compute regulator power dissipation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Introduction, op-amp specifications, differential and common-mode operation, op-amp applications: inverting/non-inverting amplifier, summing, integrator, differentiator, comparator, 555 timer IC in astable mode, 78XX series IC voltage regulators.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Why IC regulators?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rectifier + filter gives DC that varies with mains and load.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voltage regulator keeps VO constant against input, load and temperature variation.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IC regulators are simple three-terminal devices with built-in protection.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Better than a Zener regulator: higher current, lower output resistance.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78XX family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2194560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Device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Output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Max current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7805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+5 V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7806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+6 V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7809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+9 V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7812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+12 V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7815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+15 V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79XX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negative voltages (7905 = −5 V)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Highlight strip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The last two digits give the output voltage; the 78 prefix means positive fixed regulator.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Standard connection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pic>
        <p:nvPicPr>
          <p:cNvPr id="6" name="Image 0" descr="reg78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5264" y="1143000"/>
            <a:ext cx="4593472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Three terminals: IN, GND (common), OUT.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Input capacitor Ci (≈ 0.33 µF): cancels lead inductance, stabilises.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Output capacitor Co (≈ 0.1 µF): improves transient response.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Vin must exceed Vout by the dropout (≈ 2 V): e.g. ≥ 7 V for the 7805.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Features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Fixed output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Accuracy about ±4 %; line regulation ≈ 0.01 %/V.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Built-in protection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Thermal shutdown, short-circuit current limiting, safe-area protection.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Heat sinking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Power dissipated = (Vin − Vout) × IL; use a heat sink above ≈ 1 W.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dissipation of a 7805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7805 is fed from 12 V and supplies 0.5 A. Find the power dissipated and the output power.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Voltage across regulator = 12 − 5 = 7 V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Pdiss = 7 V × 0.5 A = 3.5 W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Pout = 5 V × 0.5 A = 2.5 W;  efficiency ≈ 2.5/(12 × 0.5) = 42 %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Pdiss = 3.5 W: needs a heat sink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Applications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Power supplies for logic ICs (7805 for 5 V TTL/CMOS).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On-board regulation in microcontroller boards.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Adjustable output using a resistor from GND to ground (boost).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Current source: with a fixed resistor, I = Vreg/R.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78XX: positive 3-terminal fixed regulators; 7805 = +5 V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Need Vin ≥ Vout + ≈ 2 V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Ci and Co improve stability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Pdiss = (Vin − Vout) IL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Draw the connection of a 7812 and explain the capacitors.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7809 with Vin = 15 V supplies 0.4 A. Find Pdiss.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What are the built-in protections of a 78XX regulator?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What does 7912 denote?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78XX Series IC Voltage Regulators</dc:title>
  <dc:subject>PptxGenJS Presentation</dc:subject>
  <dc:creator>Dr. Mitesh Astik</dc:creator>
  <cp:lastModifiedBy>Dr. Mitesh Astik</cp:lastModifiedBy>
  <cp:revision>1</cp:revision>
  <dcterms:created xsi:type="dcterms:W3CDTF">2026-10-29T10:05:22Z</dcterms:created>
  <dcterms:modified xsi:type="dcterms:W3CDTF">2026-10-29T10:05:22Z</dcterms:modified>
</cp:coreProperties>
</file>