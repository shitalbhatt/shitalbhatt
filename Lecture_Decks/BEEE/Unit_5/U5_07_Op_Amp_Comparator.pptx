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5 · Op-Amp as a Comparator" id="{8e9b546a-b0c9-a964-c797-56e0b943335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"Op-Amp as a Comparator", part of Unit 5 (Op-Amp and Linear IC Applications)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Explain the working of an op-amp comparator. Draw output waveforms for sine input and fixed reference. Describe a zero-crossing detector. Mention hysteresis (Schmitt trigger) and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comparator compares an input voltage with a reference voltage and produces a high or low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infinite gain, even a tiny difference drives the output to saturation.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Hysteresis stops the output chattering when noise rides on the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comparator converts a sine wave to a rectangular wave whose duty cycle depends on the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Comparators are the interface between analog and digital circuits.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Comparator: open-loop op-amp output = ±Vsat. Vin &gt; Vref: +Vsat; Vin &lt; Vref: −Vsat. Zero-crossing detector: Vref = 0. Schmitt trigger adds hysteresis.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Explain how an op-amp works as a comparator. Vref = 1 V, vin = 3 sin ωt. Sketch the output. Why is hysteresis needed in a noisy environment? Name two applications of comparators.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5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5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Op-Amp as a Comparator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Op-Amp and Linear IC Applications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the working of an op-amp comparator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Draw output waveforms for sine input and fixed reference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Describe a zero-crossing detector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Mention hysteresis (Schmitt trigger) and applications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Introduction, op-amp specifications, differential and common-mode operation, op-amp applications: inverting/non-inverting amplifier, summing, integrator, differentiator, comparator, 555 timer IC in astable mode, 78XX series IC voltage regulators.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Comparator operation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pic>
        <p:nvPicPr>
          <p:cNvPr id="6" name="Image 0" descr="comparator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240" y="1143000"/>
            <a:ext cx="6461521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Op-amp used in open loop (no feedback).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Vin &gt; Vref: output saturates at +Vsat.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Vin &lt; Vref: output at −Vsat.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Compares two voltages and gives a digital-like output.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Details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Non-inverting comparator: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Vin at +, Vref at −: output high when Vin &gt; Vref.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Zero-crossing detector: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Vref = 0 V; the output changes sign at each zero crossing of the input.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Output levels: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about ±(VCC − 1.5 V), or 0 and +V with a single supply.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Limitations: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noise near the threshold causes chatter; response limited by slew rate.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Schmitt trigger (comparator with hysteresis)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Positive feedback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fraction of the output is fed back to the + input.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Two thresholds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Upper VUT and lower VLT: the output switches at different levels for rising and falling input.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Benefit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Immune to noise near the threshold; cleans slow or noisy signals.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comparator timing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Vref = 2 V, vin = 5 sin(100πt) V, saturation ±13 V. Find the fraction of the cycle for which the output is high and the high time.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vin = 2 V at sin θ = 0.4 → θ1 = 23.6°, θ2 = 180° − 23.6° = 156.4°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High for 156.4° − 23.6° = 132.8° of 360°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Fraction = 132.8/360 = 0.369;  T = 20 ms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Output high for 36.9 % of the cycle = 7.4 ms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Applications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Zero-crossing and level detectors.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Analog-to-digital converters (flash and successive approximation).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Square-wave generation from sine waves.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Over-voltage / temperature alarms.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Comparator: open-loop op-amp output = ±Vsat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Vin &gt; Vref: +Vsat; Vin &lt; Vref: −Vsat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Zero-crossing detector: Vref = 0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Schmitt trigger adds hysteresis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Explain how an op-amp works as a comparator.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Vref = 1 V, vin = 3 sin ωt. Sketch the output.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is hysteresis needed in a noisy environment?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Name two applications of comparators.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Op-Amp as a Comparator</dc:title>
  <dc:subject>PptxGenJS Presentation</dc:subject>
  <dc:creator>Dr. Mitesh Astik</dc:creator>
  <cp:lastModifiedBy>Dr. Mitesh Astik</cp:lastModifiedBy>
  <cp:revision>1</cp:revision>
  <dcterms:created xsi:type="dcterms:W3CDTF">2026-10-29T10:05:22Z</dcterms:created>
  <dcterms:modified xsi:type="dcterms:W3CDTF">2026-10-29T10:05:22Z</dcterms:modified>
</cp:coreProperties>
</file>